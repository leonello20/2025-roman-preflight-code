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8" r:id="rId3"/>
    <p:sldId id="257" r:id="rId4"/>
    <p:sldId id="262" r:id="rId5"/>
    <p:sldId id="259" r:id="rId6"/>
    <p:sldId id="260" r:id="rId7"/>
    <p:sldId id="263" r:id="rId8"/>
    <p:sldId id="264" r:id="rId9"/>
    <p:sldId id="266" r:id="rId10"/>
    <p:sldId id="267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5C6D2C-A901-4E5B-8636-89B11F977275}" v="17" dt="2025-11-27T00:26:19.6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ello Castro Cillis" userId="e91e590b2b0fb063" providerId="LiveId" clId="{701DADFD-E51C-4F03-8684-27D996400E9F}"/>
    <pc:docChg chg="undo custSel addSld delSld modSld sldOrd">
      <pc:chgData name="Leonello Castro Cillis" userId="e91e590b2b0fb063" providerId="LiveId" clId="{701DADFD-E51C-4F03-8684-27D996400E9F}" dt="2025-11-28T07:09:46.971" v="1273" actId="20577"/>
      <pc:docMkLst>
        <pc:docMk/>
      </pc:docMkLst>
      <pc:sldChg chg="addSp modSp new mod setBg">
        <pc:chgData name="Leonello Castro Cillis" userId="e91e590b2b0fb063" providerId="LiveId" clId="{701DADFD-E51C-4F03-8684-27D996400E9F}" dt="2025-11-27T00:10:28.382" v="801" actId="20577"/>
        <pc:sldMkLst>
          <pc:docMk/>
          <pc:sldMk cId="3994428823" sldId="256"/>
        </pc:sldMkLst>
        <pc:spChg chg="mod">
          <ac:chgData name="Leonello Castro Cillis" userId="e91e590b2b0fb063" providerId="LiveId" clId="{701DADFD-E51C-4F03-8684-27D996400E9F}" dt="2025-11-27T00:10:28.382" v="801" actId="20577"/>
          <ac:spMkLst>
            <pc:docMk/>
            <pc:sldMk cId="3994428823" sldId="256"/>
            <ac:spMk id="2" creationId="{B82BF5E0-8E81-237A-36B2-1C42808C991C}"/>
          </ac:spMkLst>
        </pc:spChg>
        <pc:spChg chg="mod">
          <ac:chgData name="Leonello Castro Cillis" userId="e91e590b2b0fb063" providerId="LiveId" clId="{701DADFD-E51C-4F03-8684-27D996400E9F}" dt="2025-11-26T23:55:45.356" v="71" actId="20577"/>
          <ac:spMkLst>
            <pc:docMk/>
            <pc:sldMk cId="3994428823" sldId="256"/>
            <ac:spMk id="3" creationId="{80D0E49E-C49A-A827-5F37-DAEFBDD25DFF}"/>
          </ac:spMkLst>
        </pc:spChg>
        <pc:spChg chg="add">
          <ac:chgData name="Leonello Castro Cillis" userId="e91e590b2b0fb063" providerId="LiveId" clId="{701DADFD-E51C-4F03-8684-27D996400E9F}" dt="2025-11-26T23:55:15.780" v="4" actId="26606"/>
          <ac:spMkLst>
            <pc:docMk/>
            <pc:sldMk cId="3994428823" sldId="256"/>
            <ac:spMk id="8" creationId="{8C790BE2-4E4F-4AAF-81A2-4A6F4885EBE6}"/>
          </ac:spMkLst>
        </pc:spChg>
        <pc:spChg chg="add">
          <ac:chgData name="Leonello Castro Cillis" userId="e91e590b2b0fb063" providerId="LiveId" clId="{701DADFD-E51C-4F03-8684-27D996400E9F}" dt="2025-11-26T23:55:15.780" v="4" actId="26606"/>
          <ac:spMkLst>
            <pc:docMk/>
            <pc:sldMk cId="3994428823" sldId="256"/>
            <ac:spMk id="10" creationId="{D28B54C3-B57B-472A-B96E-1FCB67093DC2}"/>
          </ac:spMkLst>
        </pc:spChg>
        <pc:spChg chg="add">
          <ac:chgData name="Leonello Castro Cillis" userId="e91e590b2b0fb063" providerId="LiveId" clId="{701DADFD-E51C-4F03-8684-27D996400E9F}" dt="2025-11-26T23:55:15.780" v="4" actId="26606"/>
          <ac:spMkLst>
            <pc:docMk/>
            <pc:sldMk cId="3994428823" sldId="256"/>
            <ac:spMk id="12" creationId="{7DB3C429-F8DA-49B9-AF84-21996FCF78B5}"/>
          </ac:spMkLst>
        </pc:spChg>
        <pc:spChg chg="add">
          <ac:chgData name="Leonello Castro Cillis" userId="e91e590b2b0fb063" providerId="LiveId" clId="{701DADFD-E51C-4F03-8684-27D996400E9F}" dt="2025-11-26T23:55:15.780" v="4" actId="26606"/>
          <ac:spMkLst>
            <pc:docMk/>
            <pc:sldMk cId="3994428823" sldId="256"/>
            <ac:spMk id="14" creationId="{E12088DD-B1AD-40E0-8B86-1D87A2CCD9BE}"/>
          </ac:spMkLst>
        </pc:spChg>
        <pc:spChg chg="add">
          <ac:chgData name="Leonello Castro Cillis" userId="e91e590b2b0fb063" providerId="LiveId" clId="{701DADFD-E51C-4F03-8684-27D996400E9F}" dt="2025-11-26T23:55:15.780" v="4" actId="26606"/>
          <ac:spMkLst>
            <pc:docMk/>
            <pc:sldMk cId="3994428823" sldId="256"/>
            <ac:spMk id="16" creationId="{C4C9F2B0-1044-46EB-8AEB-C3BFFDE6C2CC}"/>
          </ac:spMkLst>
        </pc:spChg>
        <pc:spChg chg="add">
          <ac:chgData name="Leonello Castro Cillis" userId="e91e590b2b0fb063" providerId="LiveId" clId="{701DADFD-E51C-4F03-8684-27D996400E9F}" dt="2025-11-26T23:55:15.780" v="4" actId="26606"/>
          <ac:spMkLst>
            <pc:docMk/>
            <pc:sldMk cId="3994428823" sldId="256"/>
            <ac:spMk id="18" creationId="{0C395952-4E26-45A2-8756-2ADFD6E53C6E}"/>
          </ac:spMkLst>
        </pc:spChg>
        <pc:spChg chg="add">
          <ac:chgData name="Leonello Castro Cillis" userId="e91e590b2b0fb063" providerId="LiveId" clId="{701DADFD-E51C-4F03-8684-27D996400E9F}" dt="2025-11-26T23:55:15.780" v="4" actId="26606"/>
          <ac:spMkLst>
            <pc:docMk/>
            <pc:sldMk cId="3994428823" sldId="256"/>
            <ac:spMk id="20" creationId="{4734BADF-9461-4621-B112-2D7BABEA7DD0}"/>
          </ac:spMkLst>
        </pc:spChg>
      </pc:sldChg>
      <pc:sldChg chg="addSp delSp modSp new mod setBg">
        <pc:chgData name="Leonello Castro Cillis" userId="e91e590b2b0fb063" providerId="LiveId" clId="{701DADFD-E51C-4F03-8684-27D996400E9F}" dt="2025-11-26T23:59:59.096" v="125" actId="20577"/>
        <pc:sldMkLst>
          <pc:docMk/>
          <pc:sldMk cId="3260758860" sldId="257"/>
        </pc:sldMkLst>
        <pc:spChg chg="add mod">
          <ac:chgData name="Leonello Castro Cillis" userId="e91e590b2b0fb063" providerId="LiveId" clId="{701DADFD-E51C-4F03-8684-27D996400E9F}" dt="2025-11-26T23:59:38.057" v="120" actId="1076"/>
          <ac:spMkLst>
            <pc:docMk/>
            <pc:sldMk cId="3260758860" sldId="257"/>
            <ac:spMk id="6" creationId="{C19B551A-61EA-FD3E-5E89-029AE4A0C787}"/>
          </ac:spMkLst>
        </pc:spChg>
        <pc:spChg chg="add">
          <ac:chgData name="Leonello Castro Cillis" userId="e91e590b2b0fb063" providerId="LiveId" clId="{701DADFD-E51C-4F03-8684-27D996400E9F}" dt="2025-11-26T23:55:53.711" v="72" actId="26606"/>
          <ac:spMkLst>
            <pc:docMk/>
            <pc:sldMk cId="3260758860" sldId="257"/>
            <ac:spMk id="8" creationId="{8C790BE2-4E4F-4AAF-81A2-4A6F4885EBE6}"/>
          </ac:spMkLst>
        </pc:spChg>
        <pc:spChg chg="add mod">
          <ac:chgData name="Leonello Castro Cillis" userId="e91e590b2b0fb063" providerId="LiveId" clId="{701DADFD-E51C-4F03-8684-27D996400E9F}" dt="2025-11-26T23:59:59.096" v="125" actId="20577"/>
          <ac:spMkLst>
            <pc:docMk/>
            <pc:sldMk cId="3260758860" sldId="257"/>
            <ac:spMk id="9" creationId="{9864F9EB-540E-3E7A-A68D-3DCD21994CA3}"/>
          </ac:spMkLst>
        </pc:spChg>
        <pc:spChg chg="add">
          <ac:chgData name="Leonello Castro Cillis" userId="e91e590b2b0fb063" providerId="LiveId" clId="{701DADFD-E51C-4F03-8684-27D996400E9F}" dt="2025-11-26T23:55:53.711" v="72" actId="26606"/>
          <ac:spMkLst>
            <pc:docMk/>
            <pc:sldMk cId="3260758860" sldId="257"/>
            <ac:spMk id="10" creationId="{D28B54C3-B57B-472A-B96E-1FCB67093DC2}"/>
          </ac:spMkLst>
        </pc:spChg>
        <pc:spChg chg="add">
          <ac:chgData name="Leonello Castro Cillis" userId="e91e590b2b0fb063" providerId="LiveId" clId="{701DADFD-E51C-4F03-8684-27D996400E9F}" dt="2025-11-26T23:55:53.711" v="72" actId="26606"/>
          <ac:spMkLst>
            <pc:docMk/>
            <pc:sldMk cId="3260758860" sldId="257"/>
            <ac:spMk id="12" creationId="{7DB3C429-F8DA-49B9-AF84-21996FCF78B5}"/>
          </ac:spMkLst>
        </pc:spChg>
        <pc:spChg chg="add">
          <ac:chgData name="Leonello Castro Cillis" userId="e91e590b2b0fb063" providerId="LiveId" clId="{701DADFD-E51C-4F03-8684-27D996400E9F}" dt="2025-11-26T23:55:53.711" v="72" actId="26606"/>
          <ac:spMkLst>
            <pc:docMk/>
            <pc:sldMk cId="3260758860" sldId="257"/>
            <ac:spMk id="14" creationId="{E12088DD-B1AD-40E0-8B86-1D87A2CCD9BE}"/>
          </ac:spMkLst>
        </pc:spChg>
        <pc:spChg chg="add">
          <ac:chgData name="Leonello Castro Cillis" userId="e91e590b2b0fb063" providerId="LiveId" clId="{701DADFD-E51C-4F03-8684-27D996400E9F}" dt="2025-11-26T23:55:53.711" v="72" actId="26606"/>
          <ac:spMkLst>
            <pc:docMk/>
            <pc:sldMk cId="3260758860" sldId="257"/>
            <ac:spMk id="16" creationId="{C4C9F2B0-1044-46EB-8AEB-C3BFFDE6C2CC}"/>
          </ac:spMkLst>
        </pc:spChg>
        <pc:spChg chg="add">
          <ac:chgData name="Leonello Castro Cillis" userId="e91e590b2b0fb063" providerId="LiveId" clId="{701DADFD-E51C-4F03-8684-27D996400E9F}" dt="2025-11-26T23:55:53.711" v="72" actId="26606"/>
          <ac:spMkLst>
            <pc:docMk/>
            <pc:sldMk cId="3260758860" sldId="257"/>
            <ac:spMk id="18" creationId="{0C395952-4E26-45A2-8756-2ADFD6E53C6E}"/>
          </ac:spMkLst>
        </pc:spChg>
        <pc:spChg chg="add">
          <ac:chgData name="Leonello Castro Cillis" userId="e91e590b2b0fb063" providerId="LiveId" clId="{701DADFD-E51C-4F03-8684-27D996400E9F}" dt="2025-11-26T23:55:53.711" v="72" actId="26606"/>
          <ac:spMkLst>
            <pc:docMk/>
            <pc:sldMk cId="3260758860" sldId="257"/>
            <ac:spMk id="20" creationId="{4734BADF-9461-4621-B112-2D7BABEA7DD0}"/>
          </ac:spMkLst>
        </pc:spChg>
        <pc:picChg chg="add mod">
          <ac:chgData name="Leonello Castro Cillis" userId="e91e590b2b0fb063" providerId="LiveId" clId="{701DADFD-E51C-4F03-8684-27D996400E9F}" dt="2025-11-26T23:59:33.307" v="119" actId="1076"/>
          <ac:picMkLst>
            <pc:docMk/>
            <pc:sldMk cId="3260758860" sldId="257"/>
            <ac:picMk id="5" creationId="{507C7BA8-EC63-8EDB-AE1F-1433522E535C}"/>
          </ac:picMkLst>
        </pc:picChg>
      </pc:sldChg>
      <pc:sldChg chg="addSp delSp modSp add mod ord">
        <pc:chgData name="Leonello Castro Cillis" userId="e91e590b2b0fb063" providerId="LiveId" clId="{701DADFD-E51C-4F03-8684-27D996400E9F}" dt="2025-11-28T07:09:46.971" v="1273" actId="20577"/>
        <pc:sldMkLst>
          <pc:docMk/>
          <pc:sldMk cId="2795202966" sldId="258"/>
        </pc:sldMkLst>
        <pc:spChg chg="add mod">
          <ac:chgData name="Leonello Castro Cillis" userId="e91e590b2b0fb063" providerId="LiveId" clId="{701DADFD-E51C-4F03-8684-27D996400E9F}" dt="2025-11-28T07:09:46.971" v="1273" actId="20577"/>
          <ac:spMkLst>
            <pc:docMk/>
            <pc:sldMk cId="2795202966" sldId="258"/>
            <ac:spMk id="2" creationId="{CF5D828F-E0B0-6006-A7CC-0AEE16F4A632}"/>
          </ac:spMkLst>
        </pc:spChg>
        <pc:spChg chg="add del mod">
          <ac:chgData name="Leonello Castro Cillis" userId="e91e590b2b0fb063" providerId="LiveId" clId="{701DADFD-E51C-4F03-8684-27D996400E9F}" dt="2025-11-27T00:06:44.142" v="563" actId="478"/>
          <ac:spMkLst>
            <pc:docMk/>
            <pc:sldMk cId="2795202966" sldId="258"/>
            <ac:spMk id="3" creationId="{51F7DA91-89C1-1467-C9A5-B76D7DAA6840}"/>
          </ac:spMkLst>
        </pc:spChg>
        <pc:spChg chg="add mod">
          <ac:chgData name="Leonello Castro Cillis" userId="e91e590b2b0fb063" providerId="LiveId" clId="{701DADFD-E51C-4F03-8684-27D996400E9F}" dt="2025-11-27T00:07:24.668" v="613" actId="20577"/>
          <ac:spMkLst>
            <pc:docMk/>
            <pc:sldMk cId="2795202966" sldId="258"/>
            <ac:spMk id="4" creationId="{B95648F6-4C66-D351-77CC-940947DB4307}"/>
          </ac:spMkLst>
        </pc:spChg>
        <pc:spChg chg="del">
          <ac:chgData name="Leonello Castro Cillis" userId="e91e590b2b0fb063" providerId="LiveId" clId="{701DADFD-E51C-4F03-8684-27D996400E9F}" dt="2025-11-27T00:00:21.251" v="128" actId="478"/>
          <ac:spMkLst>
            <pc:docMk/>
            <pc:sldMk cId="2795202966" sldId="258"/>
            <ac:spMk id="6" creationId="{E73B2288-C948-680F-FD14-CD3975420492}"/>
          </ac:spMkLst>
        </pc:spChg>
        <pc:spChg chg="del">
          <ac:chgData name="Leonello Castro Cillis" userId="e91e590b2b0fb063" providerId="LiveId" clId="{701DADFD-E51C-4F03-8684-27D996400E9F}" dt="2025-11-27T00:00:23.014" v="129" actId="478"/>
          <ac:spMkLst>
            <pc:docMk/>
            <pc:sldMk cId="2795202966" sldId="258"/>
            <ac:spMk id="9" creationId="{9B041521-795D-7FFF-8DB8-3793A4AF99AA}"/>
          </ac:spMkLst>
        </pc:spChg>
        <pc:picChg chg="del">
          <ac:chgData name="Leonello Castro Cillis" userId="e91e590b2b0fb063" providerId="LiveId" clId="{701DADFD-E51C-4F03-8684-27D996400E9F}" dt="2025-11-27T00:00:19.103" v="127" actId="478"/>
          <ac:picMkLst>
            <pc:docMk/>
            <pc:sldMk cId="2795202966" sldId="258"/>
            <ac:picMk id="5" creationId="{B20A19EE-BC07-74EA-F133-49556580340B}"/>
          </ac:picMkLst>
        </pc:picChg>
      </pc:sldChg>
      <pc:sldChg chg="addSp delSp modSp new mod setBg">
        <pc:chgData name="Leonello Castro Cillis" userId="e91e590b2b0fb063" providerId="LiveId" clId="{701DADFD-E51C-4F03-8684-27D996400E9F}" dt="2025-11-27T00:10:51.227" v="804" actId="1076"/>
        <pc:sldMkLst>
          <pc:docMk/>
          <pc:sldMk cId="173568308" sldId="259"/>
        </pc:sldMkLst>
        <pc:spChg chg="del mod">
          <ac:chgData name="Leonello Castro Cillis" userId="e91e590b2b0fb063" providerId="LiveId" clId="{701DADFD-E51C-4F03-8684-27D996400E9F}" dt="2025-11-27T00:09:59.557" v="773" actId="478"/>
          <ac:spMkLst>
            <pc:docMk/>
            <pc:sldMk cId="173568308" sldId="259"/>
            <ac:spMk id="2" creationId="{A6296A00-7ABE-48D9-F765-9E7E09E2285E}"/>
          </ac:spMkLst>
        </pc:spChg>
        <pc:spChg chg="del">
          <ac:chgData name="Leonello Castro Cillis" userId="e91e590b2b0fb063" providerId="LiveId" clId="{701DADFD-E51C-4F03-8684-27D996400E9F}" dt="2025-11-27T00:09:04.453" v="708" actId="26606"/>
          <ac:spMkLst>
            <pc:docMk/>
            <pc:sldMk cId="173568308" sldId="259"/>
            <ac:spMk id="3" creationId="{702C0BAD-A8D5-8371-AA3A-9ED74E9FECC9}"/>
          </ac:spMkLst>
        </pc:spChg>
        <pc:spChg chg="add">
          <ac:chgData name="Leonello Castro Cillis" userId="e91e590b2b0fb063" providerId="LiveId" clId="{701DADFD-E51C-4F03-8684-27D996400E9F}" dt="2025-11-27T00:09:04.453" v="708" actId="26606"/>
          <ac:spMkLst>
            <pc:docMk/>
            <pc:sldMk cId="173568308" sldId="259"/>
            <ac:spMk id="8" creationId="{8C790BE2-4E4F-4AAF-81A2-4A6F4885EBE6}"/>
          </ac:spMkLst>
        </pc:spChg>
        <pc:spChg chg="add">
          <ac:chgData name="Leonello Castro Cillis" userId="e91e590b2b0fb063" providerId="LiveId" clId="{701DADFD-E51C-4F03-8684-27D996400E9F}" dt="2025-11-27T00:09:04.453" v="708" actId="26606"/>
          <ac:spMkLst>
            <pc:docMk/>
            <pc:sldMk cId="173568308" sldId="259"/>
            <ac:spMk id="10" creationId="{D28B54C3-B57B-472A-B96E-1FCB67093DC2}"/>
          </ac:spMkLst>
        </pc:spChg>
        <pc:spChg chg="add">
          <ac:chgData name="Leonello Castro Cillis" userId="e91e590b2b0fb063" providerId="LiveId" clId="{701DADFD-E51C-4F03-8684-27D996400E9F}" dt="2025-11-27T00:09:04.453" v="708" actId="26606"/>
          <ac:spMkLst>
            <pc:docMk/>
            <pc:sldMk cId="173568308" sldId="259"/>
            <ac:spMk id="12" creationId="{7DB3C429-F8DA-49B9-AF84-21996FCF78B5}"/>
          </ac:spMkLst>
        </pc:spChg>
        <pc:spChg chg="add">
          <ac:chgData name="Leonello Castro Cillis" userId="e91e590b2b0fb063" providerId="LiveId" clId="{701DADFD-E51C-4F03-8684-27D996400E9F}" dt="2025-11-27T00:09:04.453" v="708" actId="26606"/>
          <ac:spMkLst>
            <pc:docMk/>
            <pc:sldMk cId="173568308" sldId="259"/>
            <ac:spMk id="14" creationId="{E12088DD-B1AD-40E0-8B86-1D87A2CCD9BE}"/>
          </ac:spMkLst>
        </pc:spChg>
        <pc:spChg chg="add">
          <ac:chgData name="Leonello Castro Cillis" userId="e91e590b2b0fb063" providerId="LiveId" clId="{701DADFD-E51C-4F03-8684-27D996400E9F}" dt="2025-11-27T00:09:04.453" v="708" actId="26606"/>
          <ac:spMkLst>
            <pc:docMk/>
            <pc:sldMk cId="173568308" sldId="259"/>
            <ac:spMk id="16" creationId="{C4C9F2B0-1044-46EB-8AEB-C3BFFDE6C2CC}"/>
          </ac:spMkLst>
        </pc:spChg>
        <pc:spChg chg="add">
          <ac:chgData name="Leonello Castro Cillis" userId="e91e590b2b0fb063" providerId="LiveId" clId="{701DADFD-E51C-4F03-8684-27D996400E9F}" dt="2025-11-27T00:09:04.453" v="708" actId="26606"/>
          <ac:spMkLst>
            <pc:docMk/>
            <pc:sldMk cId="173568308" sldId="259"/>
            <ac:spMk id="18" creationId="{0C395952-4E26-45A2-8756-2ADFD6E53C6E}"/>
          </ac:spMkLst>
        </pc:spChg>
        <pc:spChg chg="add">
          <ac:chgData name="Leonello Castro Cillis" userId="e91e590b2b0fb063" providerId="LiveId" clId="{701DADFD-E51C-4F03-8684-27D996400E9F}" dt="2025-11-27T00:09:04.453" v="708" actId="26606"/>
          <ac:spMkLst>
            <pc:docMk/>
            <pc:sldMk cId="173568308" sldId="259"/>
            <ac:spMk id="20" creationId="{4734BADF-9461-4621-B112-2D7BABEA7DD0}"/>
          </ac:spMkLst>
        </pc:spChg>
        <pc:picChg chg="add mod">
          <ac:chgData name="Leonello Castro Cillis" userId="e91e590b2b0fb063" providerId="LiveId" clId="{701DADFD-E51C-4F03-8684-27D996400E9F}" dt="2025-11-27T00:10:51.227" v="804" actId="1076"/>
          <ac:picMkLst>
            <pc:docMk/>
            <pc:sldMk cId="173568308" sldId="259"/>
            <ac:picMk id="5" creationId="{C6336E45-A444-F4F4-2F9A-9A8BD05C5294}"/>
          </ac:picMkLst>
        </pc:picChg>
      </pc:sldChg>
      <pc:sldChg chg="new del">
        <pc:chgData name="Leonello Castro Cillis" userId="e91e590b2b0fb063" providerId="LiveId" clId="{701DADFD-E51C-4F03-8684-27D996400E9F}" dt="2025-11-27T00:08:57.277" v="706" actId="47"/>
        <pc:sldMkLst>
          <pc:docMk/>
          <pc:sldMk cId="1360876430" sldId="259"/>
        </pc:sldMkLst>
      </pc:sldChg>
      <pc:sldChg chg="addSp delSp modSp new add del mod setBg">
        <pc:chgData name="Leonello Castro Cillis" userId="e91e590b2b0fb063" providerId="LiveId" clId="{701DADFD-E51C-4F03-8684-27D996400E9F}" dt="2025-11-27T00:20:59.860" v="1173" actId="47"/>
        <pc:sldMkLst>
          <pc:docMk/>
          <pc:sldMk cId="3755058348" sldId="260"/>
        </pc:sldMkLst>
        <pc:spChg chg="del mod">
          <ac:chgData name="Leonello Castro Cillis" userId="e91e590b2b0fb063" providerId="LiveId" clId="{701DADFD-E51C-4F03-8684-27D996400E9F}" dt="2025-11-27T00:19:32.925" v="1155" actId="478"/>
          <ac:spMkLst>
            <pc:docMk/>
            <pc:sldMk cId="3755058348" sldId="260"/>
            <ac:spMk id="2" creationId="{F4F3CF80-6DC7-A78B-10A6-B0BA40E59376}"/>
          </ac:spMkLst>
        </pc:spChg>
        <pc:spChg chg="del">
          <ac:chgData name="Leonello Castro Cillis" userId="e91e590b2b0fb063" providerId="LiveId" clId="{701DADFD-E51C-4F03-8684-27D996400E9F}" dt="2025-11-27T00:11:05.892" v="806" actId="26606"/>
          <ac:spMkLst>
            <pc:docMk/>
            <pc:sldMk cId="3755058348" sldId="260"/>
            <ac:spMk id="3" creationId="{AF2DD9F4-0A23-BCC3-D106-9438BB4FAF74}"/>
          </ac:spMkLst>
        </pc:spChg>
        <pc:spChg chg="add">
          <ac:chgData name="Leonello Castro Cillis" userId="e91e590b2b0fb063" providerId="LiveId" clId="{701DADFD-E51C-4F03-8684-27D996400E9F}" dt="2025-11-27T00:11:05.892" v="806" actId="26606"/>
          <ac:spMkLst>
            <pc:docMk/>
            <pc:sldMk cId="3755058348" sldId="260"/>
            <ac:spMk id="8" creationId="{8C790BE2-4E4F-4AAF-81A2-4A6F4885EBE6}"/>
          </ac:spMkLst>
        </pc:spChg>
        <pc:spChg chg="add">
          <ac:chgData name="Leonello Castro Cillis" userId="e91e590b2b0fb063" providerId="LiveId" clId="{701DADFD-E51C-4F03-8684-27D996400E9F}" dt="2025-11-27T00:11:05.892" v="806" actId="26606"/>
          <ac:spMkLst>
            <pc:docMk/>
            <pc:sldMk cId="3755058348" sldId="260"/>
            <ac:spMk id="10" creationId="{D28B54C3-B57B-472A-B96E-1FCB67093DC2}"/>
          </ac:spMkLst>
        </pc:spChg>
        <pc:spChg chg="add">
          <ac:chgData name="Leonello Castro Cillis" userId="e91e590b2b0fb063" providerId="LiveId" clId="{701DADFD-E51C-4F03-8684-27D996400E9F}" dt="2025-11-27T00:11:05.892" v="806" actId="26606"/>
          <ac:spMkLst>
            <pc:docMk/>
            <pc:sldMk cId="3755058348" sldId="260"/>
            <ac:spMk id="12" creationId="{7DB3C429-F8DA-49B9-AF84-21996FCF78B5}"/>
          </ac:spMkLst>
        </pc:spChg>
        <pc:spChg chg="add">
          <ac:chgData name="Leonello Castro Cillis" userId="e91e590b2b0fb063" providerId="LiveId" clId="{701DADFD-E51C-4F03-8684-27D996400E9F}" dt="2025-11-27T00:11:05.892" v="806" actId="26606"/>
          <ac:spMkLst>
            <pc:docMk/>
            <pc:sldMk cId="3755058348" sldId="260"/>
            <ac:spMk id="14" creationId="{E12088DD-B1AD-40E0-8B86-1D87A2CCD9BE}"/>
          </ac:spMkLst>
        </pc:spChg>
        <pc:spChg chg="add">
          <ac:chgData name="Leonello Castro Cillis" userId="e91e590b2b0fb063" providerId="LiveId" clId="{701DADFD-E51C-4F03-8684-27D996400E9F}" dt="2025-11-27T00:11:05.892" v="806" actId="26606"/>
          <ac:spMkLst>
            <pc:docMk/>
            <pc:sldMk cId="3755058348" sldId="260"/>
            <ac:spMk id="16" creationId="{C4C9F2B0-1044-46EB-8AEB-C3BFFDE6C2CC}"/>
          </ac:spMkLst>
        </pc:spChg>
        <pc:spChg chg="add">
          <ac:chgData name="Leonello Castro Cillis" userId="e91e590b2b0fb063" providerId="LiveId" clId="{701DADFD-E51C-4F03-8684-27D996400E9F}" dt="2025-11-27T00:11:05.892" v="806" actId="26606"/>
          <ac:spMkLst>
            <pc:docMk/>
            <pc:sldMk cId="3755058348" sldId="260"/>
            <ac:spMk id="18" creationId="{0C395952-4E26-45A2-8756-2ADFD6E53C6E}"/>
          </ac:spMkLst>
        </pc:spChg>
        <pc:spChg chg="add">
          <ac:chgData name="Leonello Castro Cillis" userId="e91e590b2b0fb063" providerId="LiveId" clId="{701DADFD-E51C-4F03-8684-27D996400E9F}" dt="2025-11-27T00:11:05.892" v="806" actId="26606"/>
          <ac:spMkLst>
            <pc:docMk/>
            <pc:sldMk cId="3755058348" sldId="260"/>
            <ac:spMk id="20" creationId="{4734BADF-9461-4621-B112-2D7BABEA7DD0}"/>
          </ac:spMkLst>
        </pc:spChg>
        <pc:picChg chg="add mod">
          <ac:chgData name="Leonello Castro Cillis" userId="e91e590b2b0fb063" providerId="LiveId" clId="{701DADFD-E51C-4F03-8684-27D996400E9F}" dt="2025-11-27T00:20:40.268" v="1169" actId="1076"/>
          <ac:picMkLst>
            <pc:docMk/>
            <pc:sldMk cId="3755058348" sldId="260"/>
            <ac:picMk id="5" creationId="{8E8E14DA-2F42-89E8-0794-F86E5659DB24}"/>
          </ac:picMkLst>
        </pc:picChg>
      </pc:sldChg>
      <pc:sldChg chg="new del">
        <pc:chgData name="Leonello Castro Cillis" userId="e91e590b2b0fb063" providerId="LiveId" clId="{701DADFD-E51C-4F03-8684-27D996400E9F}" dt="2025-11-27T00:08:56.074" v="705" actId="47"/>
        <pc:sldMkLst>
          <pc:docMk/>
          <pc:sldMk cId="4282476723" sldId="260"/>
        </pc:sldMkLst>
      </pc:sldChg>
      <pc:sldChg chg="addSp delSp modSp new del mod setBg">
        <pc:chgData name="Leonello Castro Cillis" userId="e91e590b2b0fb063" providerId="LiveId" clId="{701DADFD-E51C-4F03-8684-27D996400E9F}" dt="2025-11-27T00:15:15.892" v="855" actId="47"/>
        <pc:sldMkLst>
          <pc:docMk/>
          <pc:sldMk cId="1431902998" sldId="261"/>
        </pc:sldMkLst>
        <pc:spChg chg="mod">
          <ac:chgData name="Leonello Castro Cillis" userId="e91e590b2b0fb063" providerId="LiveId" clId="{701DADFD-E51C-4F03-8684-27D996400E9F}" dt="2025-11-27T00:15:06.281" v="851" actId="1076"/>
          <ac:spMkLst>
            <pc:docMk/>
            <pc:sldMk cId="1431902998" sldId="261"/>
            <ac:spMk id="2" creationId="{F5C17494-B3FE-FCA4-5F94-14E0F3A434D9}"/>
          </ac:spMkLst>
        </pc:spChg>
        <pc:spChg chg="del">
          <ac:chgData name="Leonello Castro Cillis" userId="e91e590b2b0fb063" providerId="LiveId" clId="{701DADFD-E51C-4F03-8684-27D996400E9F}" dt="2025-11-27T00:11:46.483" v="826" actId="26606"/>
          <ac:spMkLst>
            <pc:docMk/>
            <pc:sldMk cId="1431902998" sldId="261"/>
            <ac:spMk id="3" creationId="{17D6F19C-A9E6-BF56-6620-6DDB96A3A436}"/>
          </ac:spMkLst>
        </pc:spChg>
        <pc:spChg chg="add">
          <ac:chgData name="Leonello Castro Cillis" userId="e91e590b2b0fb063" providerId="LiveId" clId="{701DADFD-E51C-4F03-8684-27D996400E9F}" dt="2025-11-27T00:11:46.483" v="826" actId="26606"/>
          <ac:spMkLst>
            <pc:docMk/>
            <pc:sldMk cId="1431902998" sldId="261"/>
            <ac:spMk id="8" creationId="{8C790BE2-4E4F-4AAF-81A2-4A6F4885EBE6}"/>
          </ac:spMkLst>
        </pc:spChg>
        <pc:spChg chg="add">
          <ac:chgData name="Leonello Castro Cillis" userId="e91e590b2b0fb063" providerId="LiveId" clId="{701DADFD-E51C-4F03-8684-27D996400E9F}" dt="2025-11-27T00:11:46.483" v="826" actId="26606"/>
          <ac:spMkLst>
            <pc:docMk/>
            <pc:sldMk cId="1431902998" sldId="261"/>
            <ac:spMk id="10" creationId="{D28B54C3-B57B-472A-B96E-1FCB67093DC2}"/>
          </ac:spMkLst>
        </pc:spChg>
        <pc:spChg chg="add">
          <ac:chgData name="Leonello Castro Cillis" userId="e91e590b2b0fb063" providerId="LiveId" clId="{701DADFD-E51C-4F03-8684-27D996400E9F}" dt="2025-11-27T00:11:46.483" v="826" actId="26606"/>
          <ac:spMkLst>
            <pc:docMk/>
            <pc:sldMk cId="1431902998" sldId="261"/>
            <ac:spMk id="12" creationId="{7DB3C429-F8DA-49B9-AF84-21996FCF78B5}"/>
          </ac:spMkLst>
        </pc:spChg>
        <pc:spChg chg="add">
          <ac:chgData name="Leonello Castro Cillis" userId="e91e590b2b0fb063" providerId="LiveId" clId="{701DADFD-E51C-4F03-8684-27D996400E9F}" dt="2025-11-27T00:11:46.483" v="826" actId="26606"/>
          <ac:spMkLst>
            <pc:docMk/>
            <pc:sldMk cId="1431902998" sldId="261"/>
            <ac:spMk id="14" creationId="{E12088DD-B1AD-40E0-8B86-1D87A2CCD9BE}"/>
          </ac:spMkLst>
        </pc:spChg>
        <pc:spChg chg="add">
          <ac:chgData name="Leonello Castro Cillis" userId="e91e590b2b0fb063" providerId="LiveId" clId="{701DADFD-E51C-4F03-8684-27D996400E9F}" dt="2025-11-27T00:11:46.483" v="826" actId="26606"/>
          <ac:spMkLst>
            <pc:docMk/>
            <pc:sldMk cId="1431902998" sldId="261"/>
            <ac:spMk id="16" creationId="{C4C9F2B0-1044-46EB-8AEB-C3BFFDE6C2CC}"/>
          </ac:spMkLst>
        </pc:spChg>
        <pc:spChg chg="add">
          <ac:chgData name="Leonello Castro Cillis" userId="e91e590b2b0fb063" providerId="LiveId" clId="{701DADFD-E51C-4F03-8684-27D996400E9F}" dt="2025-11-27T00:11:46.483" v="826" actId="26606"/>
          <ac:spMkLst>
            <pc:docMk/>
            <pc:sldMk cId="1431902998" sldId="261"/>
            <ac:spMk id="18" creationId="{0C395952-4E26-45A2-8756-2ADFD6E53C6E}"/>
          </ac:spMkLst>
        </pc:spChg>
        <pc:spChg chg="add">
          <ac:chgData name="Leonello Castro Cillis" userId="e91e590b2b0fb063" providerId="LiveId" clId="{701DADFD-E51C-4F03-8684-27D996400E9F}" dt="2025-11-27T00:11:46.483" v="826" actId="26606"/>
          <ac:spMkLst>
            <pc:docMk/>
            <pc:sldMk cId="1431902998" sldId="261"/>
            <ac:spMk id="20" creationId="{4734BADF-9461-4621-B112-2D7BABEA7DD0}"/>
          </ac:spMkLst>
        </pc:spChg>
      </pc:sldChg>
      <pc:sldChg chg="new del">
        <pc:chgData name="Leonello Castro Cillis" userId="e91e590b2b0fb063" providerId="LiveId" clId="{701DADFD-E51C-4F03-8684-27D996400E9F}" dt="2025-11-27T00:08:55.101" v="704" actId="47"/>
        <pc:sldMkLst>
          <pc:docMk/>
          <pc:sldMk cId="2817607986" sldId="261"/>
        </pc:sldMkLst>
      </pc:sldChg>
      <pc:sldChg chg="modSp add mod ord">
        <pc:chgData name="Leonello Castro Cillis" userId="e91e590b2b0fb063" providerId="LiveId" clId="{701DADFD-E51C-4F03-8684-27D996400E9F}" dt="2025-11-27T00:25:58.840" v="1237" actId="14100"/>
        <pc:sldMkLst>
          <pc:docMk/>
          <pc:sldMk cId="1947070774" sldId="262"/>
        </pc:sldMkLst>
        <pc:spChg chg="mod">
          <ac:chgData name="Leonello Castro Cillis" userId="e91e590b2b0fb063" providerId="LiveId" clId="{701DADFD-E51C-4F03-8684-27D996400E9F}" dt="2025-11-27T00:18:27.265" v="1141" actId="20577"/>
          <ac:spMkLst>
            <pc:docMk/>
            <pc:sldMk cId="1947070774" sldId="262"/>
            <ac:spMk id="2" creationId="{8018B87E-726A-A552-2C6C-73A836DC0AC3}"/>
          </ac:spMkLst>
        </pc:spChg>
        <pc:spChg chg="mod">
          <ac:chgData name="Leonello Castro Cillis" userId="e91e590b2b0fb063" providerId="LiveId" clId="{701DADFD-E51C-4F03-8684-27D996400E9F}" dt="2025-11-27T00:25:58.840" v="1237" actId="14100"/>
          <ac:spMkLst>
            <pc:docMk/>
            <pc:sldMk cId="1947070774" sldId="262"/>
            <ac:spMk id="4" creationId="{FB1C113A-47E4-572C-1AA5-502DDE0E25C4}"/>
          </ac:spMkLst>
        </pc:spChg>
      </pc:sldChg>
      <pc:sldChg chg="new del">
        <pc:chgData name="Leonello Castro Cillis" userId="e91e590b2b0fb063" providerId="LiveId" clId="{701DADFD-E51C-4F03-8684-27D996400E9F}" dt="2025-11-27T00:21:02.566" v="1175" actId="47"/>
        <pc:sldMkLst>
          <pc:docMk/>
          <pc:sldMk cId="1308094946" sldId="263"/>
        </pc:sldMkLst>
      </pc:sldChg>
      <pc:sldChg chg="addSp delSp modSp add mod">
        <pc:chgData name="Leonello Castro Cillis" userId="e91e590b2b0fb063" providerId="LiveId" clId="{701DADFD-E51C-4F03-8684-27D996400E9F}" dt="2025-11-27T00:21:41.768" v="1185" actId="1076"/>
        <pc:sldMkLst>
          <pc:docMk/>
          <pc:sldMk cId="4069821654" sldId="263"/>
        </pc:sldMkLst>
        <pc:picChg chg="add mod">
          <ac:chgData name="Leonello Castro Cillis" userId="e91e590b2b0fb063" providerId="LiveId" clId="{701DADFD-E51C-4F03-8684-27D996400E9F}" dt="2025-11-27T00:21:41.768" v="1185" actId="1076"/>
          <ac:picMkLst>
            <pc:docMk/>
            <pc:sldMk cId="4069821654" sldId="263"/>
            <ac:picMk id="3" creationId="{B6430FDD-99A9-3BAE-CE17-723ABEDE2AC3}"/>
          </ac:picMkLst>
        </pc:picChg>
        <pc:picChg chg="del">
          <ac:chgData name="Leonello Castro Cillis" userId="e91e590b2b0fb063" providerId="LiveId" clId="{701DADFD-E51C-4F03-8684-27D996400E9F}" dt="2025-11-27T00:21:05.961" v="1177" actId="478"/>
          <ac:picMkLst>
            <pc:docMk/>
            <pc:sldMk cId="4069821654" sldId="263"/>
            <ac:picMk id="5" creationId="{A8BDE06A-A458-CCAE-734B-291C95FDFD0C}"/>
          </ac:picMkLst>
        </pc:picChg>
      </pc:sldChg>
      <pc:sldChg chg="addSp delSp modSp add mod">
        <pc:chgData name="Leonello Castro Cillis" userId="e91e590b2b0fb063" providerId="LiveId" clId="{701DADFD-E51C-4F03-8684-27D996400E9F}" dt="2025-11-27T00:23:34.337" v="1193" actId="1076"/>
        <pc:sldMkLst>
          <pc:docMk/>
          <pc:sldMk cId="1419997154" sldId="264"/>
        </pc:sldMkLst>
        <pc:picChg chg="del">
          <ac:chgData name="Leonello Castro Cillis" userId="e91e590b2b0fb063" providerId="LiveId" clId="{701DADFD-E51C-4F03-8684-27D996400E9F}" dt="2025-11-27T00:21:48.333" v="1187" actId="478"/>
          <ac:picMkLst>
            <pc:docMk/>
            <pc:sldMk cId="1419997154" sldId="264"/>
            <ac:picMk id="3" creationId="{8BD735F9-F82F-070D-5DED-9AB1D36D6CD8}"/>
          </ac:picMkLst>
        </pc:picChg>
        <pc:picChg chg="add mod">
          <ac:chgData name="Leonello Castro Cillis" userId="e91e590b2b0fb063" providerId="LiveId" clId="{701DADFD-E51C-4F03-8684-27D996400E9F}" dt="2025-11-27T00:23:34.337" v="1193" actId="1076"/>
          <ac:picMkLst>
            <pc:docMk/>
            <pc:sldMk cId="1419997154" sldId="264"/>
            <ac:picMk id="4" creationId="{D1B16481-A8B3-0C51-37A7-0DF879FCC272}"/>
          </ac:picMkLst>
        </pc:picChg>
      </pc:sldChg>
      <pc:sldChg chg="new del">
        <pc:chgData name="Leonello Castro Cillis" userId="e91e590b2b0fb063" providerId="LiveId" clId="{701DADFD-E51C-4F03-8684-27D996400E9F}" dt="2025-11-27T00:21:01.358" v="1174" actId="47"/>
        <pc:sldMkLst>
          <pc:docMk/>
          <pc:sldMk cId="3011010401" sldId="264"/>
        </pc:sldMkLst>
      </pc:sldChg>
      <pc:sldChg chg="new del">
        <pc:chgData name="Leonello Castro Cillis" userId="e91e590b2b0fb063" providerId="LiveId" clId="{701DADFD-E51C-4F03-8684-27D996400E9F}" dt="2025-11-27T00:24:02.297" v="1196" actId="47"/>
        <pc:sldMkLst>
          <pc:docMk/>
          <pc:sldMk cId="3461650036" sldId="265"/>
        </pc:sldMkLst>
      </pc:sldChg>
      <pc:sldChg chg="addSp delSp modSp add mod">
        <pc:chgData name="Leonello Castro Cillis" userId="e91e590b2b0fb063" providerId="LiveId" clId="{701DADFD-E51C-4F03-8684-27D996400E9F}" dt="2025-11-27T00:24:59.477" v="1205" actId="1076"/>
        <pc:sldMkLst>
          <pc:docMk/>
          <pc:sldMk cId="87103149" sldId="266"/>
        </pc:sldMkLst>
        <pc:picChg chg="add mod">
          <ac:chgData name="Leonello Castro Cillis" userId="e91e590b2b0fb063" providerId="LiveId" clId="{701DADFD-E51C-4F03-8684-27D996400E9F}" dt="2025-11-27T00:24:59.477" v="1205" actId="1076"/>
          <ac:picMkLst>
            <pc:docMk/>
            <pc:sldMk cId="87103149" sldId="266"/>
            <ac:picMk id="3" creationId="{3CB4B769-BF0B-C5D7-6C39-03121A91B46D}"/>
          </ac:picMkLst>
        </pc:picChg>
        <pc:picChg chg="del">
          <ac:chgData name="Leonello Castro Cillis" userId="e91e590b2b0fb063" providerId="LiveId" clId="{701DADFD-E51C-4F03-8684-27D996400E9F}" dt="2025-11-27T00:24:08.185" v="1197" actId="478"/>
          <ac:picMkLst>
            <pc:docMk/>
            <pc:sldMk cId="87103149" sldId="266"/>
            <ac:picMk id="4" creationId="{06DC33A6-DF03-33D7-9FB3-E1EBF363BF4F}"/>
          </ac:picMkLst>
        </pc:picChg>
      </pc:sldChg>
      <pc:sldChg chg="addSp delSp modSp add mod">
        <pc:chgData name="Leonello Castro Cillis" userId="e91e590b2b0fb063" providerId="LiveId" clId="{701DADFD-E51C-4F03-8684-27D996400E9F}" dt="2025-11-27T00:25:23.846" v="1214" actId="14100"/>
        <pc:sldMkLst>
          <pc:docMk/>
          <pc:sldMk cId="1432708267" sldId="267"/>
        </pc:sldMkLst>
        <pc:picChg chg="del">
          <ac:chgData name="Leonello Castro Cillis" userId="e91e590b2b0fb063" providerId="LiveId" clId="{701DADFD-E51C-4F03-8684-27D996400E9F}" dt="2025-11-27T00:25:05.624" v="1207" actId="478"/>
          <ac:picMkLst>
            <pc:docMk/>
            <pc:sldMk cId="1432708267" sldId="267"/>
            <ac:picMk id="3" creationId="{EDCF608E-7F99-2A43-8DCE-18B95F7C9EFE}"/>
          </ac:picMkLst>
        </pc:picChg>
        <pc:picChg chg="add mod">
          <ac:chgData name="Leonello Castro Cillis" userId="e91e590b2b0fb063" providerId="LiveId" clId="{701DADFD-E51C-4F03-8684-27D996400E9F}" dt="2025-11-27T00:25:23.846" v="1214" actId="14100"/>
          <ac:picMkLst>
            <pc:docMk/>
            <pc:sldMk cId="1432708267" sldId="267"/>
            <ac:picMk id="4" creationId="{2EA183EF-44AE-9DB4-E2AB-D84E37F38144}"/>
          </ac:picMkLst>
        </pc:picChg>
      </pc:sldChg>
      <pc:sldChg chg="new del">
        <pc:chgData name="Leonello Castro Cillis" userId="e91e590b2b0fb063" providerId="LiveId" clId="{701DADFD-E51C-4F03-8684-27D996400E9F}" dt="2025-11-27T00:26:11.211" v="1240" actId="47"/>
        <pc:sldMkLst>
          <pc:docMk/>
          <pc:sldMk cId="1840569648" sldId="268"/>
        </pc:sldMkLst>
      </pc:sldChg>
      <pc:sldChg chg="addSp delSp modSp add mod">
        <pc:chgData name="Leonello Castro Cillis" userId="e91e590b2b0fb063" providerId="LiveId" clId="{701DADFD-E51C-4F03-8684-27D996400E9F}" dt="2025-11-27T00:27:03.860" v="1254" actId="1076"/>
        <pc:sldMkLst>
          <pc:docMk/>
          <pc:sldMk cId="1727290316" sldId="269"/>
        </pc:sldMkLst>
        <pc:picChg chg="add mod">
          <ac:chgData name="Leonello Castro Cillis" userId="e91e590b2b0fb063" providerId="LiveId" clId="{701DADFD-E51C-4F03-8684-27D996400E9F}" dt="2025-11-27T00:27:03.860" v="1254" actId="1076"/>
          <ac:picMkLst>
            <pc:docMk/>
            <pc:sldMk cId="1727290316" sldId="269"/>
            <ac:picMk id="3" creationId="{BAD5A198-1768-C3F7-60E3-148D740AEA3D}"/>
          </ac:picMkLst>
        </pc:picChg>
        <pc:picChg chg="del">
          <ac:chgData name="Leonello Castro Cillis" userId="e91e590b2b0fb063" providerId="LiveId" clId="{701DADFD-E51C-4F03-8684-27D996400E9F}" dt="2025-11-27T00:26:12.623" v="1241" actId="478"/>
          <ac:picMkLst>
            <pc:docMk/>
            <pc:sldMk cId="1727290316" sldId="269"/>
            <ac:picMk id="4" creationId="{C46A33B5-6A92-EDD7-B0BA-FEC31B220E2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147B-6A3D-A87D-6E55-E4B81F82E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3AD7D7-F4A7-3AE0-0D2A-7356A39B3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03DC7-4E61-0495-0CD0-FCBB87031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FA6C-0F9D-4FDD-8D4A-376F1905BB6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E0413-0D42-DD3D-E1EB-FC1BE560F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F4060-76C6-E974-7655-02C540963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935C-0114-4E7D-BD91-74B06EB23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40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41AA8-0E4A-793D-6D3D-393181B9F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18FE3-7D99-61CE-BBA0-E8E9453F8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55D69-0A5F-0C15-A616-22B93D948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FA6C-0F9D-4FDD-8D4A-376F1905BB6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DFEAC-FC62-B30D-8CAD-372DB6F2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5E813-41FA-6ABD-6413-C15ECC38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935C-0114-4E7D-BD91-74B06EB23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40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AF05F-5132-E06B-AFB4-8561E0BC2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05BC3-2A0E-94FE-B422-AB799AA3F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15FAA-36EF-930F-6D05-CDC52BAD6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FA6C-0F9D-4FDD-8D4A-376F1905BB6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DA1E8-84FF-9694-BA7E-09E6DEA1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D497D-1653-9979-4F45-4F200C7C8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935C-0114-4E7D-BD91-74B06EB23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B683-15D1-5B79-7B23-F5AB35462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9EE98-5B08-C8AB-D638-76225432D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234C7-8E61-69BC-6841-48D0CC383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617D8-CDD2-0E23-C110-0499927DC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FA6C-0F9D-4FDD-8D4A-376F1905BB6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F572A-2B64-3E3C-0A5F-9CA854FEB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6F4DE-D550-461D-F36C-552472B31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935C-0114-4E7D-BD91-74B06EB23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1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90994-BBCB-9CE0-7970-6C5284AF0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55544-CA6A-67D7-991D-415A8C4E1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ECE0E-FDAF-BE40-B1E0-118B4AE59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70D23-522C-0BDA-D19A-E925FB4BA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FB2959-9985-C884-7298-7DC7C75FB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EED2C1-6072-0EED-21F8-EF1C0688B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FA6C-0F9D-4FDD-8D4A-376F1905BB6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537D3F-2848-7243-5F3E-8A16BCD29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78BA64-F036-1247-6DB5-2C7E7F8C3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935C-0114-4E7D-BD91-74B06EB23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93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7246-8769-0981-A189-77BD17615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B75D47-638A-1B4E-AE61-C40A77223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FA6C-0F9D-4FDD-8D4A-376F1905BB6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03D06-BAAA-1E2C-A90D-DF45C4C6D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A2266-28ED-C809-0735-AF5803B38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935C-0114-4E7D-BD91-74B06EB23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57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05640A-A67E-5DEE-1634-363D2FF8A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FA6C-0F9D-4FDD-8D4A-376F1905BB6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33857-7684-CEEF-9C4E-7146C7F2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D1FFA-F0CE-2E73-F5B1-BE5A6C86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935C-0114-4E7D-BD91-74B06EB23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21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483F4-F645-07E4-3FC6-77DEBBEBE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BE37F-169B-6FF4-B00A-413000E77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35A25-DDB5-073C-84B6-DAD690666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D9695-598D-36A7-44CA-84474A12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FA6C-0F9D-4FDD-8D4A-376F1905BB6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F82C4-A9ED-507B-6563-0BAF50C80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A18E6-69F3-646C-947A-6D27C0A4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935C-0114-4E7D-BD91-74B06EB23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91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323D4-F700-348C-D305-4DD56305A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BF7438-2A8D-31EE-27C1-196FD0D265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C2DA3-89EE-2683-6906-5ADB94E95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EE01B-6145-242B-6C82-5DF9ED479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FA6C-0F9D-4FDD-8D4A-376F1905BB6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63D2F-194F-E411-E747-5EC69E0E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F42FA-EBB1-384B-4E66-8732897F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935C-0114-4E7D-BD91-74B06EB23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63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2378E-7BDA-7352-1CCE-9FA709A40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F19B7-40E4-9964-7C9C-A7D7F14A8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559E1-2F96-B605-8A5A-391EAE2B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FA6C-0F9D-4FDD-8D4A-376F1905BB6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5B238-B4A2-9472-B168-621B0E12C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4C0F4-4743-1539-5885-1A82B6F3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935C-0114-4E7D-BD91-74B06EB23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670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81B72C-7F03-8B16-3178-95438D8FD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96694-8A31-A089-9BD7-90F63659C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59BD7-D56A-903A-58AE-B3841E81D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FA6C-0F9D-4FDD-8D4A-376F1905BB6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25FEA-1DD9-9844-009D-A2036C419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7C131-35D1-9850-B264-F51EE23D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F935C-0114-4E7D-BD91-74B06EB23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45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A0F4D-3111-27F3-AA8B-24AABB032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0E7A8-87A6-4664-ABBD-70B46B613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448A1-1F02-E72E-0D85-4C1BCE49F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4FA6C-0F9D-4FDD-8D4A-376F1905BB62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B5D13-032D-19E8-4954-9441D9F74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B8E5C-279C-A1DD-E257-042B56BA5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3F935C-0114-4E7D-BD91-74B06EB23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8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2BF5E0-8E81-237A-36B2-1C42808C9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963" y="945971"/>
            <a:ext cx="10848587" cy="3081242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DM and </a:t>
            </a:r>
            <a:r>
              <a:rPr lang="en-US" sz="4800" dirty="0" err="1">
                <a:solidFill>
                  <a:srgbClr val="FFFFFF"/>
                </a:solidFill>
              </a:rPr>
              <a:t>Lyot</a:t>
            </a:r>
            <a:r>
              <a:rPr lang="en-US" sz="4800" dirty="0">
                <a:solidFill>
                  <a:srgbClr val="FFFFFF"/>
                </a:solidFill>
              </a:rPr>
              <a:t> Coronagraph Optimization with Nearby Companions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0E49E-C49A-A827-5F37-DAEFBDD25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Leonello Castro Cillis</a:t>
            </a:r>
          </a:p>
        </p:txBody>
      </p:sp>
    </p:spTree>
    <p:extLst>
      <p:ext uri="{BB962C8B-B14F-4D97-AF65-F5344CB8AC3E}">
        <p14:creationId xmlns:p14="http://schemas.microsoft.com/office/powerpoint/2010/main" val="399442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ACDDC-5DCC-C972-5371-6971A1300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7DBAFC-F5C4-8550-5EB1-7FE1E5A84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0AAA6C-E7BF-A446-7229-84F6B2CC5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67CACC-26B4-C18D-CBE0-BE6250874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5E05C4-30B0-222E-5E1B-E60D6265A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CF462D-04D4-6951-F986-FCF2B65DA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1071D8-9276-C4F2-6A0D-25F769BE4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300C6D7-1C07-5270-A397-ECC1F7F01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D828F-E0B0-6006-A7CC-0AEE16F4A632}"/>
              </a:ext>
            </a:extLst>
          </p:cNvPr>
          <p:cNvSpPr txBox="1"/>
          <p:nvPr/>
        </p:nvSpPr>
        <p:spPr>
          <a:xfrm>
            <a:off x="986479" y="1693060"/>
            <a:ext cx="94616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Initial pupil plane WF (star + exoplanet)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Apply DM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Gaussian / 8</a:t>
            </a:r>
            <a:r>
              <a:rPr lang="en-US" sz="3200" baseline="30000" dirty="0">
                <a:solidFill>
                  <a:schemeClr val="bg1"/>
                </a:solidFill>
              </a:rPr>
              <a:t>th</a:t>
            </a:r>
            <a:r>
              <a:rPr lang="en-US" sz="3200" dirty="0">
                <a:solidFill>
                  <a:schemeClr val="bg1"/>
                </a:solidFill>
              </a:rPr>
              <a:t> Order Mask in FP1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Propagate to </a:t>
            </a:r>
            <a:r>
              <a:rPr lang="en-US" sz="3200" dirty="0" err="1">
                <a:solidFill>
                  <a:schemeClr val="bg1"/>
                </a:solidFill>
              </a:rPr>
              <a:t>Lyot</a:t>
            </a:r>
            <a:r>
              <a:rPr lang="en-US" sz="3200" dirty="0">
                <a:solidFill>
                  <a:schemeClr val="bg1"/>
                </a:solidFill>
              </a:rPr>
              <a:t> Plane (apply </a:t>
            </a:r>
            <a:r>
              <a:rPr lang="en-US" sz="3200" dirty="0" err="1">
                <a:solidFill>
                  <a:schemeClr val="bg1"/>
                </a:solidFill>
              </a:rPr>
              <a:t>Lyot</a:t>
            </a:r>
            <a:r>
              <a:rPr lang="en-US" sz="3200" dirty="0">
                <a:solidFill>
                  <a:schemeClr val="bg1"/>
                </a:solidFill>
              </a:rPr>
              <a:t> Stop)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Apply DM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Propagate to FP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648F6-4C66-D351-77CC-940947DB4307}"/>
              </a:ext>
            </a:extLst>
          </p:cNvPr>
          <p:cNvSpPr txBox="1"/>
          <p:nvPr/>
        </p:nvSpPr>
        <p:spPr>
          <a:xfrm>
            <a:off x="704849" y="629207"/>
            <a:ext cx="8886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Defining the </a:t>
            </a:r>
            <a:r>
              <a:rPr lang="en-US" sz="4000" dirty="0" err="1">
                <a:solidFill>
                  <a:schemeClr val="bg1"/>
                </a:solidFill>
              </a:rPr>
              <a:t>Lyot</a:t>
            </a:r>
            <a:r>
              <a:rPr lang="en-US" sz="4000" dirty="0">
                <a:solidFill>
                  <a:schemeClr val="bg1"/>
                </a:solidFill>
              </a:rPr>
              <a:t> Coronagraph</a:t>
            </a:r>
          </a:p>
        </p:txBody>
      </p:sp>
    </p:spTree>
    <p:extLst>
      <p:ext uri="{BB962C8B-B14F-4D97-AF65-F5344CB8AC3E}">
        <p14:creationId xmlns:p14="http://schemas.microsoft.com/office/powerpoint/2010/main" val="2795202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diagram of a lens">
            <a:extLst>
              <a:ext uri="{FF2B5EF4-FFF2-40B4-BE49-F238E27FC236}">
                <a16:creationId xmlns:a16="http://schemas.microsoft.com/office/drawing/2014/main" id="{507C7BA8-EC63-8EDB-AE1F-1433522E5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262"/>
            <a:ext cx="12201137" cy="58333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9B551A-61EA-FD3E-5E89-029AE4A0C787}"/>
              </a:ext>
            </a:extLst>
          </p:cNvPr>
          <p:cNvSpPr/>
          <p:nvPr/>
        </p:nvSpPr>
        <p:spPr>
          <a:xfrm>
            <a:off x="476251" y="1296286"/>
            <a:ext cx="828674" cy="1905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DM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64F9EB-540E-3E7A-A68D-3DCD21994CA3}"/>
              </a:ext>
            </a:extLst>
          </p:cNvPr>
          <p:cNvSpPr/>
          <p:nvPr/>
        </p:nvSpPr>
        <p:spPr>
          <a:xfrm>
            <a:off x="8105776" y="1296286"/>
            <a:ext cx="828674" cy="1905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DM 2</a:t>
            </a:r>
          </a:p>
        </p:txBody>
      </p:sp>
    </p:spTree>
    <p:extLst>
      <p:ext uri="{BB962C8B-B14F-4D97-AF65-F5344CB8AC3E}">
        <p14:creationId xmlns:p14="http://schemas.microsoft.com/office/powerpoint/2010/main" val="326075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4661CC-70EA-8DD9-E623-C5994903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8F1F564-6CD6-8B0C-7F9F-4CCF76AFC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1D3B7D-37C0-E250-79F7-B87197493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AF190B-BAA7-7217-5527-98832012D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740C1B-49E9-A9D5-E18E-4690BDA95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F48E2C-67A1-DD00-C220-3C195ECC5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79D792-62DF-834E-443A-58C8C1089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82D3976-299D-4D5E-48F6-CCE8B9566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18B87E-726A-A552-2C6C-73A836DC0AC3}"/>
              </a:ext>
            </a:extLst>
          </p:cNvPr>
          <p:cNvSpPr txBox="1"/>
          <p:nvPr/>
        </p:nvSpPr>
        <p:spPr>
          <a:xfrm>
            <a:off x="986479" y="1693060"/>
            <a:ext cx="94616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Planet-To-Star Contrast = 10^-14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Planet Offset (FP): 15 lambda/D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Gaussian Width (FP): 5 lambda/D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/>
                </a:solidFill>
              </a:rPr>
              <a:t>Lyot</a:t>
            </a:r>
            <a:r>
              <a:rPr lang="en-US" sz="3200" dirty="0">
                <a:solidFill>
                  <a:schemeClr val="bg1"/>
                </a:solidFill>
              </a:rPr>
              <a:t> Stop Diameter / Pupil Diameter = 0.7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1C113A-47E4-572C-1AA5-502DDE0E25C4}"/>
              </a:ext>
            </a:extLst>
          </p:cNvPr>
          <p:cNvSpPr txBox="1"/>
          <p:nvPr/>
        </p:nvSpPr>
        <p:spPr>
          <a:xfrm>
            <a:off x="704849" y="629207"/>
            <a:ext cx="90868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Start Parameters (No DMs / Aberrations)</a:t>
            </a:r>
          </a:p>
        </p:txBody>
      </p:sp>
    </p:spTree>
    <p:extLst>
      <p:ext uri="{BB962C8B-B14F-4D97-AF65-F5344CB8AC3E}">
        <p14:creationId xmlns:p14="http://schemas.microsoft.com/office/powerpoint/2010/main" val="1947070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screen shot of a black and white circle">
            <a:extLst>
              <a:ext uri="{FF2B5EF4-FFF2-40B4-BE49-F238E27FC236}">
                <a16:creationId xmlns:a16="http://schemas.microsoft.com/office/drawing/2014/main" id="{C6336E45-A444-F4F4-2F9A-9A8BD05C5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945" y="-7081"/>
            <a:ext cx="8073632" cy="686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68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green and blue circles">
            <a:extLst>
              <a:ext uri="{FF2B5EF4-FFF2-40B4-BE49-F238E27FC236}">
                <a16:creationId xmlns:a16="http://schemas.microsoft.com/office/drawing/2014/main" id="{8E8E14DA-2F42-89E8-0794-F86E5659D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514" y="-6075"/>
            <a:ext cx="8316495" cy="687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58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D2C25-6BFC-F256-EDD9-28C13CD2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331D4F-561B-3148-1029-2615F32CC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830254-1983-959B-8E63-E1C0F6381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2B539-1CCC-5984-7825-10AF64329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D6E2F8-3D02-9721-0053-952D34D36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0E6E34-E7C1-E413-A1A1-A478A8AA7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BB8618-F3DF-948C-66BF-81B7E27CF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1CBDE04-3944-356D-14A7-8A6726412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chart of a graph">
            <a:extLst>
              <a:ext uri="{FF2B5EF4-FFF2-40B4-BE49-F238E27FC236}">
                <a16:creationId xmlns:a16="http://schemas.microsoft.com/office/drawing/2014/main" id="{B6430FDD-99A9-3BAE-CE17-723ABEDE2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669" y="-7143"/>
            <a:ext cx="9153524" cy="686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21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7386A0-3BA6-C1C1-69FC-0F57F807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9F4E6BB-014E-8B4C-41FA-A71B11FF6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A7CD2D-BBD2-CEA9-0BA7-62A466843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72A79C-F97F-AEE6-A6AB-7EA269C6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2771AC-D368-2540-266D-2EC185F2E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BACCDE-8779-0C57-12BF-AC93702FA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EDB8B0-EEFC-B6E2-E731-F678977E9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C6208E7-08BE-3EA3-9527-2BDE2F1D2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1B16481-A8B3-0C51-37A7-0DF879FCC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491" y="0"/>
            <a:ext cx="82858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997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4BD11-94B0-C3B1-52BF-53FA4E319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8E09FB-5E17-5F5B-4445-39B8069C4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5F7003-B8DB-C470-13DD-A034BBA0A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77F933-8485-E3ED-AC89-8578E04B9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76E578-E290-9687-EAAA-C9A7AEA55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78C6DA-78CF-7E38-ADAE-868170F19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39B907-5C08-A4C2-2C18-2A9AE4520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D28C684-61AE-923F-2417-4CDE1C1AB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chart with a purple circle">
            <a:extLst>
              <a:ext uri="{FF2B5EF4-FFF2-40B4-BE49-F238E27FC236}">
                <a16:creationId xmlns:a16="http://schemas.microsoft.com/office/drawing/2014/main" id="{3CB4B769-BF0B-C5D7-6C39-03121A91B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008" y="0"/>
            <a:ext cx="8491041" cy="685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3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C02A7-5F25-0418-5A70-5ED4909AC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0080BF-0132-750B-BB9B-77D4AA0F0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7BFAD5-3E5F-7A22-4F8F-09129D042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E772CF-A6AF-2C66-2481-E4AAAC5E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19B17A-7D84-79FE-B70F-945681775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56E1CE-A740-F70B-029F-06E27BFD8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685A4B-BC74-388B-6A8C-98C7C2C08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A53C93D-9DC0-1946-3642-A35C10AF6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colorfully colored lines">
            <a:extLst>
              <a:ext uri="{FF2B5EF4-FFF2-40B4-BE49-F238E27FC236}">
                <a16:creationId xmlns:a16="http://schemas.microsoft.com/office/drawing/2014/main" id="{2EA183EF-44AE-9DB4-E2AB-D84E37F38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896" y="-1"/>
            <a:ext cx="8115414" cy="685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708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3B6F2-88AF-BCE2-C900-A21F08D22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133A02-1383-4C2D-18DB-A62D386B2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9D1090-4BBE-9E22-84BC-E04C02EBC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48D403-F8BB-D88A-E878-6A43BE40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405C9E-44FB-BEBB-90BC-395A7B43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D7E408-4D78-2AFF-8722-1DC685A99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817C5D-A281-C621-177D-C54F27FE6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681A565-576C-E146-9274-D9AFF9DA9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graph showing a curve">
            <a:extLst>
              <a:ext uri="{FF2B5EF4-FFF2-40B4-BE49-F238E27FC236}">
                <a16:creationId xmlns:a16="http://schemas.microsoft.com/office/drawing/2014/main" id="{BAD5A198-1768-C3F7-60E3-148D740AE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37" y="455422"/>
            <a:ext cx="12192000" cy="596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90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1876</TotalTime>
  <Words>94</Words>
  <Application>Microsoft Office PowerPoint</Application>
  <PresentationFormat>Widescreen</PresentationFormat>
  <Paragraphs>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DM and Lyot Coronagraph Optimization with Nearby Companions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Leonello Castro Cillis</dc:creator>
  <cp:lastModifiedBy>Leonello Castro Cillis</cp:lastModifiedBy>
  <cp:revision>1</cp:revision>
  <dcterms:created xsi:type="dcterms:W3CDTF">2025-11-26T23:53:36Z</dcterms:created>
  <dcterms:modified xsi:type="dcterms:W3CDTF">2025-11-28T07:09:50Z</dcterms:modified>
</cp:coreProperties>
</file>