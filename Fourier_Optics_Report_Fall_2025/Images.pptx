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nello Castro Cillis" userId="e91e590b2b0fb063" providerId="LiveId" clId="{701DADFD-E51C-4F03-8684-27D996400E9F}"/>
    <pc:docChg chg="custSel addSld modSld">
      <pc:chgData name="Leonello Castro Cillis" userId="e91e590b2b0fb063" providerId="LiveId" clId="{701DADFD-E51C-4F03-8684-27D996400E9F}" dt="2025-11-09T22:58:09.677" v="2" actId="478"/>
      <pc:docMkLst>
        <pc:docMk/>
      </pc:docMkLst>
      <pc:sldChg chg="delSp new mod">
        <pc:chgData name="Leonello Castro Cillis" userId="e91e590b2b0fb063" providerId="LiveId" clId="{701DADFD-E51C-4F03-8684-27D996400E9F}" dt="2025-11-09T22:58:09.677" v="2" actId="478"/>
        <pc:sldMkLst>
          <pc:docMk/>
          <pc:sldMk cId="3141622673" sldId="263"/>
        </pc:sldMkLst>
        <pc:spChg chg="del">
          <ac:chgData name="Leonello Castro Cillis" userId="e91e590b2b0fb063" providerId="LiveId" clId="{701DADFD-E51C-4F03-8684-27D996400E9F}" dt="2025-11-09T22:58:09.677" v="2" actId="478"/>
          <ac:spMkLst>
            <pc:docMk/>
            <pc:sldMk cId="3141622673" sldId="263"/>
            <ac:spMk id="2" creationId="{E09568F8-061D-8735-4E5F-CD1F36F7699E}"/>
          </ac:spMkLst>
        </pc:spChg>
        <pc:spChg chg="del">
          <ac:chgData name="Leonello Castro Cillis" userId="e91e590b2b0fb063" providerId="LiveId" clId="{701DADFD-E51C-4F03-8684-27D996400E9F}" dt="2025-11-09T22:58:07.343" v="1" actId="478"/>
          <ac:spMkLst>
            <pc:docMk/>
            <pc:sldMk cId="3141622673" sldId="263"/>
            <ac:spMk id="3" creationId="{D19F43A5-9C08-845F-194F-899DEB1AC45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3683-DA56-A1D2-4347-BD72F5414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3628F-F3DF-A11E-173B-22E43E22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35B7-2E1F-E772-ABE4-5C36F11F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87C8B-6764-8C1F-2928-F5DC43E3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0FF4E-C7FF-A18B-0404-8982EB5D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6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62D87-124F-9224-A8B0-27180AD1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D06B-F046-D8DF-C5D9-A90766CFE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6C99-4990-6081-95A4-1A31AA31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15C20-CC01-C90D-BF86-E75705BA3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80C97-2BA6-A001-0A83-63F85974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9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181F9-F55B-5D11-DA8E-024CC4DA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31AD-783D-7E7F-7B17-C1FDE6521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9BB72-C21B-94A3-F91B-1BC90505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BA34E-9E20-604F-BFBC-66C95DA1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C227F-DA6C-BA9E-B471-33FBD3DF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C05F-E656-46E0-2D35-D48D7300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FA67A-C985-A6C8-210A-82765C15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46EA72-925F-6553-D4D6-435CCCD2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2B865-3F05-C7A2-454C-7C4B1A6F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C8788-0978-2FEF-B3F0-6108CCE7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01C60-8E99-31BF-E726-7C497C39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BD0F-9D56-064A-E463-0D77F48D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DAAD-C704-295A-2221-11C7EA443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28372-83B2-2FA5-2C8C-A11D74DE6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52821-5ECA-6DB7-77CC-349DE72FB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775D4-A0E0-DB8E-6854-57306E54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948420-9EEE-4DBE-1D45-B74DFA2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8F7C3D-6F8D-D73E-7A97-974F8F648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81F85E-2604-2965-92C8-DCDBBFD3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4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DE0A6-5135-BDD5-223E-E21F8FEA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052CD-4361-0293-9538-7F876AA6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AE6E3-9EF2-37CD-CBB0-2FDE27C5A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E4B63-4179-DB2E-08FF-E44BAF31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1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9A53A-DCBF-2217-7F9C-60D8865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09558-6C80-347F-C4F3-01B84C19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D2F7-600C-77BF-B025-2FE46162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8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5FC4-1882-EC10-B8E9-8B573F21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957A-A1AE-5D38-0380-5BD5C71BD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008D-C4A2-AF7E-3027-F494CFE9C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FD040-F265-37AA-835E-13CE3358A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1C52B-0D15-68BF-8F42-F0E09887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FA3E-7FD9-5EFA-D3D1-239B6D5F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8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C2D3-98DA-90E7-3CDF-C60357269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7E315-B97C-29F8-5016-97DB46635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44B39-3F5B-5E23-49C7-11FF030A11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5DDD1-A593-CBEF-C610-B3CE64F97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A4739F-A8A8-63E7-68C1-484F3855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A87EC8-51BA-8FCD-6139-B8361ED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08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8269-AD72-5500-888D-D70D3E2A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FE2F5-6E19-3660-E4CF-33E46484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7019D-A778-FD03-D0D3-35136B42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15B5-EA4B-2E8A-E678-C348D9C58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4FD3E-8382-3CC4-5900-D1EFDC2CF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9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78C21C-6FB4-EADB-3EA4-721FDFF5D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A62CF-3C1E-613C-C206-CC443A81B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AB27-C693-BB42-B34D-4C283A83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917FC-73D9-68D8-ED8D-2F015EBC5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E03FF-CAC9-C598-6275-B415BE1A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9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5A250-C1FB-D433-8D6A-130370A4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8E058-2471-1CCD-FC56-99E58C7C8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2BFAA-60B6-93E6-8402-3F5C550D22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4638A-74E1-4B4E-D327-064D6E5B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B642E-25CF-7F2C-9D6A-D052B4A192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2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8C22A-BED4-7ED5-A69F-EF7568F146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Project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9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809EA7-CD52-F828-F2FF-9E9389DE86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19" t="20145" r="3382" b="7101"/>
          <a:stretch/>
        </p:blipFill>
        <p:spPr>
          <a:xfrm>
            <a:off x="872987" y="934277"/>
            <a:ext cx="10446026" cy="49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ircle in a black square&#10;&#10;Description automatically generated">
            <a:extLst>
              <a:ext uri="{FF2B5EF4-FFF2-40B4-BE49-F238E27FC236}">
                <a16:creationId xmlns:a16="http://schemas.microsoft.com/office/drawing/2014/main" id="{13966CB4-2A24-6C9E-6636-D8CE6D07E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6" t="6729" r="15481" b="4008"/>
          <a:stretch/>
        </p:blipFill>
        <p:spPr>
          <a:xfrm>
            <a:off x="2535115" y="400050"/>
            <a:ext cx="712177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6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yellow concentric circles">
            <a:extLst>
              <a:ext uri="{FF2B5EF4-FFF2-40B4-BE49-F238E27FC236}">
                <a16:creationId xmlns:a16="http://schemas.microsoft.com/office/drawing/2014/main" id="{CCAD91D6-91DF-ED67-808E-50B2FA7B79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8414" r="14616" b="4525"/>
          <a:stretch/>
        </p:blipFill>
        <p:spPr>
          <a:xfrm>
            <a:off x="2521927" y="474784"/>
            <a:ext cx="7148146" cy="590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ircle">
            <a:extLst>
              <a:ext uri="{FF2B5EF4-FFF2-40B4-BE49-F238E27FC236}">
                <a16:creationId xmlns:a16="http://schemas.microsoft.com/office/drawing/2014/main" id="{EAD73E43-D465-CF4C-EEE8-42CEA81BC6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90" t="6858" r="14471" b="4396"/>
          <a:stretch/>
        </p:blipFill>
        <p:spPr>
          <a:xfrm>
            <a:off x="2460380" y="417634"/>
            <a:ext cx="7271239" cy="602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8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circle on a white background">
            <a:extLst>
              <a:ext uri="{FF2B5EF4-FFF2-40B4-BE49-F238E27FC236}">
                <a16:creationId xmlns:a16="http://schemas.microsoft.com/office/drawing/2014/main" id="{E142D0A9-8CC5-13A4-BDCD-DBECED65AF7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87" t="8117" r="13068" b="3808"/>
          <a:stretch/>
        </p:blipFill>
        <p:spPr>
          <a:xfrm>
            <a:off x="2539511" y="553914"/>
            <a:ext cx="7112977" cy="5750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0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blue pattern">
            <a:extLst>
              <a:ext uri="{FF2B5EF4-FFF2-40B4-BE49-F238E27FC236}">
                <a16:creationId xmlns:a16="http://schemas.microsoft.com/office/drawing/2014/main" id="{7DCE7041-D5F4-4E66-9D47-5F35354E4F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7248" r="15337" b="4785"/>
          <a:stretch/>
        </p:blipFill>
        <p:spPr>
          <a:xfrm>
            <a:off x="2565888" y="444011"/>
            <a:ext cx="7060223" cy="596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933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162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2</Words>
  <Application>Microsoft Office PowerPoint</Application>
  <PresentationFormat>Widescreen</PresentationFormat>
  <Paragraphs>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Project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Images</dc:title>
  <dc:creator>Marcelo Adrian Castro</dc:creator>
  <cp:lastModifiedBy>Leonello Castro Cillis</cp:lastModifiedBy>
  <cp:revision>6</cp:revision>
  <dcterms:created xsi:type="dcterms:W3CDTF">2025-10-31T18:30:48Z</dcterms:created>
  <dcterms:modified xsi:type="dcterms:W3CDTF">2025-11-09T22:58:18Z</dcterms:modified>
</cp:coreProperties>
</file>