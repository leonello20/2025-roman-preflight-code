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84D4B-2963-40DF-822C-E26EBDBC8594}" v="11" dt="2025-11-12T23:47:21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ello Castro Cillis" userId="e91e590b2b0fb063" providerId="LiveId" clId="{701DADFD-E51C-4F03-8684-27D996400E9F}"/>
    <pc:docChg chg="undo custSel addSld modSld">
      <pc:chgData name="Leonello Castro Cillis" userId="e91e590b2b0fb063" providerId="LiveId" clId="{701DADFD-E51C-4F03-8684-27D996400E9F}" dt="2025-11-12T23:48:06.398" v="123" actId="1076"/>
      <pc:docMkLst>
        <pc:docMk/>
      </pc:docMkLst>
      <pc:sldChg chg="addSp delSp modSp new mod">
        <pc:chgData name="Leonello Castro Cillis" userId="e91e590b2b0fb063" providerId="LiveId" clId="{701DADFD-E51C-4F03-8684-27D996400E9F}" dt="2025-11-09T23:12:14.576" v="12" actId="1076"/>
        <pc:sldMkLst>
          <pc:docMk/>
          <pc:sldMk cId="3141622673" sldId="263"/>
        </pc:sldMkLst>
        <pc:picChg chg="add mod modCrop">
          <ac:chgData name="Leonello Castro Cillis" userId="e91e590b2b0fb063" providerId="LiveId" clId="{701DADFD-E51C-4F03-8684-27D996400E9F}" dt="2025-11-09T23:12:14.576" v="12" actId="1076"/>
          <ac:picMkLst>
            <pc:docMk/>
            <pc:sldMk cId="3141622673" sldId="263"/>
            <ac:picMk id="3" creationId="{CBFDB355-7C2D-9D7B-877B-0DDFE6099C90}"/>
          </ac:picMkLst>
        </pc:picChg>
      </pc:sldChg>
      <pc:sldChg chg="addSp delSp modSp new mod">
        <pc:chgData name="Leonello Castro Cillis" userId="e91e590b2b0fb063" providerId="LiveId" clId="{701DADFD-E51C-4F03-8684-27D996400E9F}" dt="2025-11-11T21:32:54.721" v="33" actId="1076"/>
        <pc:sldMkLst>
          <pc:docMk/>
          <pc:sldMk cId="645188899" sldId="264"/>
        </pc:sldMkLst>
        <pc:spChg chg="del">
          <ac:chgData name="Leonello Castro Cillis" userId="e91e590b2b0fb063" providerId="LiveId" clId="{701DADFD-E51C-4F03-8684-27D996400E9F}" dt="2025-11-11T21:23:42.529" v="14" actId="478"/>
          <ac:spMkLst>
            <pc:docMk/>
            <pc:sldMk cId="645188899" sldId="264"/>
            <ac:spMk id="2" creationId="{5B0BE39E-04D3-2592-1221-0E835310E5C1}"/>
          </ac:spMkLst>
        </pc:spChg>
        <pc:spChg chg="del mod">
          <ac:chgData name="Leonello Castro Cillis" userId="e91e590b2b0fb063" providerId="LiveId" clId="{701DADFD-E51C-4F03-8684-27D996400E9F}" dt="2025-11-11T21:23:49.216" v="16" actId="478"/>
          <ac:spMkLst>
            <pc:docMk/>
            <pc:sldMk cId="645188899" sldId="264"/>
            <ac:spMk id="3" creationId="{F03248B5-E4CE-2F8C-E52A-492E4B0B66C2}"/>
          </ac:spMkLst>
        </pc:spChg>
        <pc:picChg chg="add del mod modCrop">
          <ac:chgData name="Leonello Castro Cillis" userId="e91e590b2b0fb063" providerId="LiveId" clId="{701DADFD-E51C-4F03-8684-27D996400E9F}" dt="2025-11-11T21:32:25.503" v="26" actId="478"/>
          <ac:picMkLst>
            <pc:docMk/>
            <pc:sldMk cId="645188899" sldId="264"/>
            <ac:picMk id="5" creationId="{6F2C2518-4D04-217B-671A-E8D6D0B21B67}"/>
          </ac:picMkLst>
        </pc:picChg>
        <pc:picChg chg="add mod modCrop">
          <ac:chgData name="Leonello Castro Cillis" userId="e91e590b2b0fb063" providerId="LiveId" clId="{701DADFD-E51C-4F03-8684-27D996400E9F}" dt="2025-11-11T21:32:54.721" v="33" actId="1076"/>
          <ac:picMkLst>
            <pc:docMk/>
            <pc:sldMk cId="645188899" sldId="264"/>
            <ac:picMk id="7" creationId="{BD5F7C19-B9F9-4BC9-B577-A048B230BE2C}"/>
          </ac:picMkLst>
        </pc:picChg>
      </pc:sldChg>
      <pc:sldChg chg="addSp delSp modSp new mod">
        <pc:chgData name="Leonello Castro Cillis" userId="e91e590b2b0fb063" providerId="LiveId" clId="{701DADFD-E51C-4F03-8684-27D996400E9F}" dt="2025-11-12T00:21:07.924" v="99" actId="1076"/>
        <pc:sldMkLst>
          <pc:docMk/>
          <pc:sldMk cId="4212168836" sldId="265"/>
        </pc:sldMkLst>
        <pc:spChg chg="del">
          <ac:chgData name="Leonello Castro Cillis" userId="e91e590b2b0fb063" providerId="LiveId" clId="{701DADFD-E51C-4F03-8684-27D996400E9F}" dt="2025-11-11T21:42:54.784" v="36" actId="478"/>
          <ac:spMkLst>
            <pc:docMk/>
            <pc:sldMk cId="4212168836" sldId="265"/>
            <ac:spMk id="2" creationId="{26DC5A8D-7FC4-AF5B-37C0-1C38341F6BB6}"/>
          </ac:spMkLst>
        </pc:spChg>
        <pc:spChg chg="del">
          <ac:chgData name="Leonello Castro Cillis" userId="e91e590b2b0fb063" providerId="LiveId" clId="{701DADFD-E51C-4F03-8684-27D996400E9F}" dt="2025-11-11T21:42:51.396" v="35" actId="478"/>
          <ac:spMkLst>
            <pc:docMk/>
            <pc:sldMk cId="4212168836" sldId="265"/>
            <ac:spMk id="3" creationId="{4ED4F65D-5687-77D4-71C9-915B103A5351}"/>
          </ac:spMkLst>
        </pc:spChg>
        <pc:picChg chg="add del mod modCrop">
          <ac:chgData name="Leonello Castro Cillis" userId="e91e590b2b0fb063" providerId="LiveId" clId="{701DADFD-E51C-4F03-8684-27D996400E9F}" dt="2025-11-11T22:21:02.832" v="59" actId="478"/>
          <ac:picMkLst>
            <pc:docMk/>
            <pc:sldMk cId="4212168836" sldId="265"/>
            <ac:picMk id="5" creationId="{71141ED2-C477-8CC7-9C71-52478A98A2B8}"/>
          </ac:picMkLst>
        </pc:picChg>
        <pc:picChg chg="add del mod modCrop">
          <ac:chgData name="Leonello Castro Cillis" userId="e91e590b2b0fb063" providerId="LiveId" clId="{701DADFD-E51C-4F03-8684-27D996400E9F}" dt="2025-11-12T00:19:16.248" v="81" actId="478"/>
          <ac:picMkLst>
            <pc:docMk/>
            <pc:sldMk cId="4212168836" sldId="265"/>
            <ac:picMk id="7" creationId="{75DCB874-C001-A237-9696-3B9F1480F336}"/>
          </ac:picMkLst>
        </pc:picChg>
        <pc:picChg chg="add mod modCrop">
          <ac:chgData name="Leonello Castro Cillis" userId="e91e590b2b0fb063" providerId="LiveId" clId="{701DADFD-E51C-4F03-8684-27D996400E9F}" dt="2025-11-12T00:21:07.924" v="99" actId="1076"/>
          <ac:picMkLst>
            <pc:docMk/>
            <pc:sldMk cId="4212168836" sldId="265"/>
            <ac:picMk id="9" creationId="{CC8E2CAE-CF14-1B6C-C392-68AC7FB94B03}"/>
          </ac:picMkLst>
        </pc:picChg>
      </pc:sldChg>
      <pc:sldChg chg="addSp delSp modSp new mod">
        <pc:chgData name="Leonello Castro Cillis" userId="e91e590b2b0fb063" providerId="LiveId" clId="{701DADFD-E51C-4F03-8684-27D996400E9F}" dt="2025-11-12T00:20:47.189" v="95" actId="1076"/>
        <pc:sldMkLst>
          <pc:docMk/>
          <pc:sldMk cId="2100605232" sldId="266"/>
        </pc:sldMkLst>
        <pc:spChg chg="del">
          <ac:chgData name="Leonello Castro Cillis" userId="e91e590b2b0fb063" providerId="LiveId" clId="{701DADFD-E51C-4F03-8684-27D996400E9F}" dt="2025-11-11T21:43:08.761" v="40" actId="478"/>
          <ac:spMkLst>
            <pc:docMk/>
            <pc:sldMk cId="2100605232" sldId="266"/>
            <ac:spMk id="2" creationId="{7FBD181F-0D12-A797-E81B-5B8477D17FAC}"/>
          </ac:spMkLst>
        </pc:spChg>
        <pc:spChg chg="del">
          <ac:chgData name="Leonello Castro Cillis" userId="e91e590b2b0fb063" providerId="LiveId" clId="{701DADFD-E51C-4F03-8684-27D996400E9F}" dt="2025-11-11T21:43:09.869" v="41" actId="478"/>
          <ac:spMkLst>
            <pc:docMk/>
            <pc:sldMk cId="2100605232" sldId="266"/>
            <ac:spMk id="3" creationId="{63C2736A-42AB-EF28-433E-B165960B91AF}"/>
          </ac:spMkLst>
        </pc:spChg>
        <pc:picChg chg="add del mod modCrop">
          <ac:chgData name="Leonello Castro Cillis" userId="e91e590b2b0fb063" providerId="LiveId" clId="{701DADFD-E51C-4F03-8684-27D996400E9F}" dt="2025-11-11T22:21:47.239" v="69" actId="478"/>
          <ac:picMkLst>
            <pc:docMk/>
            <pc:sldMk cId="2100605232" sldId="266"/>
            <ac:picMk id="5" creationId="{8F70FF34-97E0-6D2B-E15F-2BC5A7DD0809}"/>
          </ac:picMkLst>
        </pc:picChg>
        <pc:picChg chg="add del mod modCrop">
          <ac:chgData name="Leonello Castro Cillis" userId="e91e590b2b0fb063" providerId="LiveId" clId="{701DADFD-E51C-4F03-8684-27D996400E9F}" dt="2025-11-12T00:20:11.122" v="85" actId="478"/>
          <ac:picMkLst>
            <pc:docMk/>
            <pc:sldMk cId="2100605232" sldId="266"/>
            <ac:picMk id="7" creationId="{D16BCE3E-7F9C-23E4-ABFD-4647EE2AC51D}"/>
          </ac:picMkLst>
        </pc:picChg>
        <pc:picChg chg="add mod modCrop">
          <ac:chgData name="Leonello Castro Cillis" userId="e91e590b2b0fb063" providerId="LiveId" clId="{701DADFD-E51C-4F03-8684-27D996400E9F}" dt="2025-11-12T00:20:47.189" v="95" actId="1076"/>
          <ac:picMkLst>
            <pc:docMk/>
            <pc:sldMk cId="2100605232" sldId="266"/>
            <ac:picMk id="9" creationId="{C3D32205-B01D-3AA9-9ABC-E2FD47ECEE62}"/>
          </ac:picMkLst>
        </pc:picChg>
      </pc:sldChg>
      <pc:sldChg chg="addSp delSp modSp new mod">
        <pc:chgData name="Leonello Castro Cillis" userId="e91e590b2b0fb063" providerId="LiveId" clId="{701DADFD-E51C-4F03-8684-27D996400E9F}" dt="2025-11-12T23:48:06.398" v="123" actId="1076"/>
        <pc:sldMkLst>
          <pc:docMk/>
          <pc:sldMk cId="683878915" sldId="267"/>
        </pc:sldMkLst>
        <pc:spChg chg="del">
          <ac:chgData name="Leonello Castro Cillis" userId="e91e590b2b0fb063" providerId="LiveId" clId="{701DADFD-E51C-4F03-8684-27D996400E9F}" dt="2025-11-12T23:46:45.300" v="101" actId="478"/>
          <ac:spMkLst>
            <pc:docMk/>
            <pc:sldMk cId="683878915" sldId="267"/>
            <ac:spMk id="2" creationId="{5B1B4038-A373-1E65-4DC0-FD983DD4D8CA}"/>
          </ac:spMkLst>
        </pc:spChg>
        <pc:spChg chg="del">
          <ac:chgData name="Leonello Castro Cillis" userId="e91e590b2b0fb063" providerId="LiveId" clId="{701DADFD-E51C-4F03-8684-27D996400E9F}" dt="2025-11-12T23:46:46.323" v="102" actId="478"/>
          <ac:spMkLst>
            <pc:docMk/>
            <pc:sldMk cId="683878915" sldId="267"/>
            <ac:spMk id="3" creationId="{338D5455-CC57-876E-9F4C-58C7D86EB1DB}"/>
          </ac:spMkLst>
        </pc:spChg>
        <pc:picChg chg="add mod modCrop">
          <ac:chgData name="Leonello Castro Cillis" userId="e91e590b2b0fb063" providerId="LiveId" clId="{701DADFD-E51C-4F03-8684-27D996400E9F}" dt="2025-11-12T23:48:06.398" v="123" actId="1076"/>
          <ac:picMkLst>
            <pc:docMk/>
            <pc:sldMk cId="683878915" sldId="267"/>
            <ac:picMk id="5" creationId="{E9C2D231-EF6F-D247-82EB-520A72FED47F}"/>
          </ac:picMkLst>
        </pc:picChg>
        <pc:picChg chg="add del mod">
          <ac:chgData name="Leonello Castro Cillis" userId="e91e590b2b0fb063" providerId="LiveId" clId="{701DADFD-E51C-4F03-8684-27D996400E9F}" dt="2025-11-12T23:47:12.269" v="108" actId="21"/>
          <ac:picMkLst>
            <pc:docMk/>
            <pc:sldMk cId="683878915" sldId="267"/>
            <ac:picMk id="7" creationId="{D66153CA-9426-1098-9B52-901FDEEEAFC1}"/>
          </ac:picMkLst>
        </pc:picChg>
      </pc:sldChg>
      <pc:sldChg chg="addSp delSp modSp new mod">
        <pc:chgData name="Leonello Castro Cillis" userId="e91e590b2b0fb063" providerId="LiveId" clId="{701DADFD-E51C-4F03-8684-27D996400E9F}" dt="2025-11-12T23:47:45.317" v="119" actId="1076"/>
        <pc:sldMkLst>
          <pc:docMk/>
          <pc:sldMk cId="279330619" sldId="268"/>
        </pc:sldMkLst>
        <pc:spChg chg="del">
          <ac:chgData name="Leonello Castro Cillis" userId="e91e590b2b0fb063" providerId="LiveId" clId="{701DADFD-E51C-4F03-8684-27D996400E9F}" dt="2025-11-12T23:47:18.459" v="110" actId="478"/>
          <ac:spMkLst>
            <pc:docMk/>
            <pc:sldMk cId="279330619" sldId="268"/>
            <ac:spMk id="2" creationId="{68D6BA9E-10F5-3B55-09BB-20BECC339938}"/>
          </ac:spMkLst>
        </pc:spChg>
        <pc:spChg chg="del">
          <ac:chgData name="Leonello Castro Cillis" userId="e91e590b2b0fb063" providerId="LiveId" clId="{701DADFD-E51C-4F03-8684-27D996400E9F}" dt="2025-11-12T23:47:20.067" v="111" actId="478"/>
          <ac:spMkLst>
            <pc:docMk/>
            <pc:sldMk cId="279330619" sldId="268"/>
            <ac:spMk id="3" creationId="{D5FD97DA-1F63-030D-7F1D-596E8E09FDEF}"/>
          </ac:spMkLst>
        </pc:spChg>
        <pc:picChg chg="add mod modCrop">
          <ac:chgData name="Leonello Castro Cillis" userId="e91e590b2b0fb063" providerId="LiveId" clId="{701DADFD-E51C-4F03-8684-27D996400E9F}" dt="2025-11-12T23:47:45.317" v="119" actId="1076"/>
          <ac:picMkLst>
            <pc:docMk/>
            <pc:sldMk cId="279330619" sldId="268"/>
            <ac:picMk id="7" creationId="{D66153CA-9426-1098-9B52-901FDEEEAF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3683-DA56-A1D2-4347-BD72F5414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3628F-F3DF-A11E-173B-22E43E229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D35B7-2E1F-E772-ABE4-5C36F11F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87C8B-6764-8C1F-2928-F5DC43E3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FF4E-C7FF-A18B-0404-8982EB5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6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2D87-124F-9224-A8B0-27180AD1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D06B-F046-D8DF-C5D9-A90766CFE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6C99-4990-6081-95A4-1A31AA31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15C20-CC01-C90D-BF86-E75705BA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80C97-2BA6-A001-0A83-63F85974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9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81F9-F55B-5D11-DA8E-024CC4DA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731AD-783D-7E7F-7B17-C1FDE6521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BB72-C21B-94A3-F91B-1BC90505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BA34E-9E20-604F-BFBC-66C95DA1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C227F-DA6C-BA9E-B471-33FBD3DF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5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C05F-E656-46E0-2D35-D48D7300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A67A-C985-A6C8-210A-82765C15F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6EA72-925F-6553-D4D6-435CCCD25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2B865-3F05-C7A2-454C-7C4B1A6F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C8788-0978-2FEF-B3F0-6108CCE7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01C60-8E99-31BF-E726-7C497C39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0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BD0F-9D56-064A-E463-0D77F48D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DAAD-C704-295A-2221-11C7EA443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28372-83B2-2FA5-2C8C-A11D74DE6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52821-5ECA-6DB7-77CC-349DE72FB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775D4-A0E0-DB8E-6854-57306E54A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48420-9EEE-4DBE-1D45-B74DFA28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F7C3D-6F8D-D73E-7A97-974F8F64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81F85E-2604-2965-92C8-DCDBBFD3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E0A6-5135-BDD5-223E-E21F8FEA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052CD-4361-0293-9538-7F876AA6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AE6E3-9EF2-37CD-CBB0-2FDE27C5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E4B63-4179-DB2E-08FF-E44BAF31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9A53A-DCBF-2217-7F9C-60D8865B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09558-6C80-347F-C4F3-01B84C19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3D2F7-600C-77BF-B025-2FE46162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5FC4-1882-EC10-B8E9-8B573F21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957A-A1AE-5D38-0380-5BD5C71BD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008D-C4A2-AF7E-3027-F494CFE9C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FD040-F265-37AA-835E-13CE3358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1C52B-0D15-68BF-8F42-F0E0988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0FA3E-7FD9-5EFA-D3D1-239B6D5F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8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C2D3-98DA-90E7-3CDF-C6035726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7E315-B97C-29F8-5016-97DB46635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44B39-3F5B-5E23-49C7-11FF030A1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5DDD1-A593-CBEF-C610-B3CE64F9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4739F-A8A8-63E7-68C1-484F3855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87EC8-51BA-8FCD-6139-B8361ED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0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8269-AD72-5500-888D-D70D3E2A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FE2F5-6E19-3660-E4CF-33E464843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7019D-A778-FD03-D0D3-35136B42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15B5-EA4B-2E8A-E678-C348D9C5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FD3E-8382-3CC4-5900-D1EFDC2C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8C21C-6FB4-EADB-3EA4-721FDFF5D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A62CF-3C1E-613C-C206-CC443A81B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AB27-C693-BB42-B34D-4C283A83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917FC-73D9-68D8-ED8D-2F015EBC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E03FF-CAC9-C598-6275-B415BE1A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9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15A250-C1FB-D433-8D6A-130370A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8E058-2471-1CCD-FC56-99E58C7C8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BFAA-60B6-93E6-8402-3F5C550D2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374C-7030-47EF-9C95-C080002EFD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638A-74E1-4B4E-D327-064D6E5B1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B642E-25CF-7F2C-9D6A-D052B4A19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80EE9-9CED-492C-AA17-DE912D10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C22A-BED4-7ED5-A69F-EF7568F14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9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809EA7-CD52-F828-F2FF-9E9389DE86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9" t="20145" r="3382" b="7101"/>
          <a:stretch/>
        </p:blipFill>
        <p:spPr>
          <a:xfrm>
            <a:off x="872987" y="934277"/>
            <a:ext cx="10446026" cy="49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ircle in a black square&#10;&#10;Description automatically generated">
            <a:extLst>
              <a:ext uri="{FF2B5EF4-FFF2-40B4-BE49-F238E27FC236}">
                <a16:creationId xmlns:a16="http://schemas.microsoft.com/office/drawing/2014/main" id="{13966CB4-2A24-6C9E-6636-D8CE6D07E6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6" t="6729" r="15481" b="4008"/>
          <a:stretch/>
        </p:blipFill>
        <p:spPr>
          <a:xfrm>
            <a:off x="2535115" y="400050"/>
            <a:ext cx="712177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6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yellow concentric circles">
            <a:extLst>
              <a:ext uri="{FF2B5EF4-FFF2-40B4-BE49-F238E27FC236}">
                <a16:creationId xmlns:a16="http://schemas.microsoft.com/office/drawing/2014/main" id="{CCAD91D6-91DF-ED67-808E-50B2FA7B79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5" t="8414" r="14616" b="4525"/>
          <a:stretch/>
        </p:blipFill>
        <p:spPr>
          <a:xfrm>
            <a:off x="2521927" y="474784"/>
            <a:ext cx="7148146" cy="59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ircle">
            <a:extLst>
              <a:ext uri="{FF2B5EF4-FFF2-40B4-BE49-F238E27FC236}">
                <a16:creationId xmlns:a16="http://schemas.microsoft.com/office/drawing/2014/main" id="{EAD73E43-D465-CF4C-EEE8-42CEA81BC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0" t="6858" r="14471" b="4396"/>
          <a:stretch/>
        </p:blipFill>
        <p:spPr>
          <a:xfrm>
            <a:off x="2460380" y="417634"/>
            <a:ext cx="7271239" cy="602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8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circle on a white background">
            <a:extLst>
              <a:ext uri="{FF2B5EF4-FFF2-40B4-BE49-F238E27FC236}">
                <a16:creationId xmlns:a16="http://schemas.microsoft.com/office/drawing/2014/main" id="{E142D0A9-8CC5-13A4-BDCD-DBECED65AF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7" t="8117" r="13068" b="3808"/>
          <a:stretch/>
        </p:blipFill>
        <p:spPr>
          <a:xfrm>
            <a:off x="2539511" y="553914"/>
            <a:ext cx="7112977" cy="575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0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ue pattern">
            <a:extLst>
              <a:ext uri="{FF2B5EF4-FFF2-40B4-BE49-F238E27FC236}">
                <a16:creationId xmlns:a16="http://schemas.microsoft.com/office/drawing/2014/main" id="{7DCE7041-D5F4-4E66-9D47-5F35354E4F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5" t="7248" r="15337" b="4785"/>
          <a:stretch/>
        </p:blipFill>
        <p:spPr>
          <a:xfrm>
            <a:off x="2565888" y="444011"/>
            <a:ext cx="7060223" cy="596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3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hexagon pattern">
            <a:extLst>
              <a:ext uri="{FF2B5EF4-FFF2-40B4-BE49-F238E27FC236}">
                <a16:creationId xmlns:a16="http://schemas.microsoft.com/office/drawing/2014/main" id="{CBFDB355-7C2D-9D7B-877B-0DDFE6099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0" t="8751" r="16525" b="4432"/>
          <a:stretch>
            <a:fillRect/>
          </a:stretch>
        </p:blipFill>
        <p:spPr>
          <a:xfrm>
            <a:off x="2863596" y="763524"/>
            <a:ext cx="6464808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2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BD5F7C19-B9F9-4BC9-B577-A048B230B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r="9133" b="8029"/>
          <a:stretch>
            <a:fillRect/>
          </a:stretch>
        </p:blipFill>
        <p:spPr>
          <a:xfrm>
            <a:off x="1172678" y="605305"/>
            <a:ext cx="9846644" cy="56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8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and graph of a graph&#10;&#10;AI-generated content may be incorrect.">
            <a:extLst>
              <a:ext uri="{FF2B5EF4-FFF2-40B4-BE49-F238E27FC236}">
                <a16:creationId xmlns:a16="http://schemas.microsoft.com/office/drawing/2014/main" id="{CC8E2CAE-CF14-1B6C-C392-68AC7FB94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0" r="8575" b="6964"/>
          <a:stretch>
            <a:fillRect/>
          </a:stretch>
        </p:blipFill>
        <p:spPr>
          <a:xfrm>
            <a:off x="1135380" y="572579"/>
            <a:ext cx="9921240" cy="571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6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ircular object with different colors">
            <a:extLst>
              <a:ext uri="{FF2B5EF4-FFF2-40B4-BE49-F238E27FC236}">
                <a16:creationId xmlns:a16="http://schemas.microsoft.com/office/drawing/2014/main" id="{C3D32205-B01D-3AA9-9ABC-E2FD47ECE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0" t="9048" r="16675" b="7113"/>
          <a:stretch>
            <a:fillRect/>
          </a:stretch>
        </p:blipFill>
        <p:spPr>
          <a:xfrm>
            <a:off x="3019044" y="854964"/>
            <a:ext cx="6153912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0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E9C2D231-EF6F-D247-82EB-520A72FED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4" r="8426" b="2200"/>
          <a:stretch>
            <a:fillRect/>
          </a:stretch>
        </p:blipFill>
        <p:spPr>
          <a:xfrm>
            <a:off x="1021080" y="1193292"/>
            <a:ext cx="10149840" cy="447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brain scan">
            <a:extLst>
              <a:ext uri="{FF2B5EF4-FFF2-40B4-BE49-F238E27FC236}">
                <a16:creationId xmlns:a16="http://schemas.microsoft.com/office/drawing/2014/main" id="{D66153CA-9426-1098-9B52-901FDEEEA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5" t="10735" r="8726" b="9584"/>
          <a:stretch>
            <a:fillRect/>
          </a:stretch>
        </p:blipFill>
        <p:spPr>
          <a:xfrm>
            <a:off x="1267968" y="1152144"/>
            <a:ext cx="9656064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Project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</dc:title>
  <dc:creator>Marcelo Adrian Castro</dc:creator>
  <cp:lastModifiedBy>Leonello Castro Cillis</cp:lastModifiedBy>
  <cp:revision>6</cp:revision>
  <dcterms:created xsi:type="dcterms:W3CDTF">2025-10-31T18:30:48Z</dcterms:created>
  <dcterms:modified xsi:type="dcterms:W3CDTF">2025-11-12T23:48:13Z</dcterms:modified>
</cp:coreProperties>
</file>