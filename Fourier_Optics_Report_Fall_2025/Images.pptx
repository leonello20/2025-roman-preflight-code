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42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13683-DA56-A1D2-4347-BD72F5414D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A3628F-F3DF-A11E-173B-22E43E229A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D35B7-2E1F-E772-ABE4-5C36F11F9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87C8B-6764-8C1F-2928-F5DC43E39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0FF4E-C7FF-A18B-0404-8982EB5D1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368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62D87-124F-9224-A8B0-27180AD16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FD06B-F046-D8DF-C5D9-A90766CFEF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476C99-4990-6081-95A4-1A31AA310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C15C20-CC01-C90D-BF86-E75705BA3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80C97-2BA6-A001-0A83-63F859748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5999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181F9-F55B-5D11-DA8E-024CC4DAE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A731AD-783D-7E7F-7B17-C1FDE65216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39BB72-C21B-94A3-F91B-1BC905052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9BA34E-9E20-604F-BFBC-66C95DA1A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3C227F-DA6C-BA9E-B471-33FBD3DFC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951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FC05F-E656-46E0-2D35-D48D73003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FA67A-C985-A6C8-210A-82765C15F3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46EA72-925F-6553-D4D6-435CCCD25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E2B865-3F05-C7A2-454C-7C4B1A6F6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3C8788-0978-2FEF-B3F0-6108CCE70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501C60-8E99-31BF-E726-7C497C391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308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0BD0F-9D56-064A-E463-0D77F48D3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A9DAAD-C704-295A-2221-11C7EA443F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A28372-83B2-2FA5-2C8C-A11D74DE63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E52821-5ECA-6DB7-77CC-349DE72FB5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A775D4-A0E0-DB8E-6854-57306E54A2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2948420-9EEE-4DBE-1D45-B74DFA289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8F7C3D-6F8D-D73E-7A97-974F8F648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81F85E-2604-2965-92C8-DCDBBFD3B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944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DE0A6-5135-BDD5-223E-E21F8FEAF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3052CD-4361-0293-9538-7F876AA60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0AE6E3-9EF2-37CD-CBB0-2FDE27C5A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3E4B63-4179-DB2E-08FF-E44BAF31B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6135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A9A53A-DCBF-2217-7F9C-60D8865B4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909558-6C80-347F-C4F3-01B84C192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3D2F7-600C-77BF-B025-2FE46162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458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85FC4-1882-EC10-B8E9-8B573F216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D957A-A1AE-5D38-0380-5BD5C71BD4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91008D-C4A2-AF7E-3027-F494CFE9CF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0FD040-F265-37AA-835E-13CE3358A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01C52B-0D15-68BF-8F42-F0E098876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C0FA3E-7FD9-5EFA-D3D1-239B6D5F8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184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3C2D3-98DA-90E7-3CDF-C60357269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C7E315-B97C-29F8-5016-97DB46635A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F44B39-3F5B-5E23-49C7-11FF030A11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D5DDD1-A593-CBEF-C610-B3CE64F97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A4739F-A8A8-63E7-68C1-484F38558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A87EC8-51BA-8FCD-6139-B8361ED76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3088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8269-AD72-5500-888D-D70D3E2A9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9FE2F5-6E19-3660-E4CF-33E4648431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7019D-A778-FD03-D0D3-35136B426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0615B5-EA4B-2E8A-E678-C348D9C58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4FD3E-8382-3CC4-5900-D1EFDC2CF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9496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78C21C-6FB4-EADB-3EA4-721FDFF5D3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4A62CF-3C1E-613C-C206-CC443A81BC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4AB27-C693-BB42-B34D-4C283A830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9374C-7030-47EF-9C95-C080002EFD85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1917FC-73D9-68D8-ED8D-2F015EBC5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E03FF-CAC9-C598-6275-B415BE1AF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192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15A250-C1FB-D433-8D6A-130370A43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58E058-2471-1CCD-FC56-99E58C7C87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2BFAA-60B6-93E6-8402-3F5C550D22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69374C-7030-47EF-9C95-C080002EFD85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A4638A-74E1-4B4E-D327-064D6E5B15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EB642E-25CF-7F2C-9D6A-D052B4A192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80EE9-9CED-492C-AA17-DE912D10CF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223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8C22A-BED4-7ED5-A69F-EF7568F146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Project Images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1497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7809EA7-CD52-F828-F2FF-9E9389DE868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19" t="20145" r="3382" b="7101"/>
          <a:stretch/>
        </p:blipFill>
        <p:spPr>
          <a:xfrm>
            <a:off x="872987" y="934277"/>
            <a:ext cx="10446026" cy="4989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7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circle in a black square&#10;&#10;Description automatically generated">
            <a:extLst>
              <a:ext uri="{FF2B5EF4-FFF2-40B4-BE49-F238E27FC236}">
                <a16:creationId xmlns:a16="http://schemas.microsoft.com/office/drawing/2014/main" id="{13966CB4-2A24-6C9E-6636-D8CE6D07E63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06" t="6729" r="15481" b="4008"/>
          <a:stretch/>
        </p:blipFill>
        <p:spPr>
          <a:xfrm>
            <a:off x="2535115" y="400050"/>
            <a:ext cx="7121770" cy="605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261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een and yellow concentric circles">
            <a:extLst>
              <a:ext uri="{FF2B5EF4-FFF2-40B4-BE49-F238E27FC236}">
                <a16:creationId xmlns:a16="http://schemas.microsoft.com/office/drawing/2014/main" id="{CCAD91D6-91DF-ED67-808E-50B2FA7B790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55" t="8414" r="14616" b="4525"/>
          <a:stretch/>
        </p:blipFill>
        <p:spPr>
          <a:xfrm>
            <a:off x="2521927" y="474784"/>
            <a:ext cx="7148146" cy="5908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93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2</Words>
  <Application>Microsoft Office PowerPoint</Application>
  <PresentationFormat>Widescreen</PresentationFormat>
  <Paragraphs>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Project Images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Images</dc:title>
  <dc:creator>Marcelo Adrian Castro</dc:creator>
  <cp:lastModifiedBy>Marcelo Adrian Castro</cp:lastModifiedBy>
  <cp:revision>5</cp:revision>
  <dcterms:created xsi:type="dcterms:W3CDTF">2025-10-31T18:30:48Z</dcterms:created>
  <dcterms:modified xsi:type="dcterms:W3CDTF">2025-11-01T19:02:25Z</dcterms:modified>
</cp:coreProperties>
</file>