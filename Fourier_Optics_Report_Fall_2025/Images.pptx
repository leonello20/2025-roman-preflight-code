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84D4B-2963-40DF-822C-E26EBDBC8594}" v="9" dt="2025-11-12T00:20:17.5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nello Castro Cillis" userId="e91e590b2b0fb063" providerId="LiveId" clId="{701DADFD-E51C-4F03-8684-27D996400E9F}"/>
    <pc:docChg chg="undo custSel addSld modSld">
      <pc:chgData name="Leonello Castro Cillis" userId="e91e590b2b0fb063" providerId="LiveId" clId="{701DADFD-E51C-4F03-8684-27D996400E9F}" dt="2025-11-12T00:21:07.924" v="99" actId="1076"/>
      <pc:docMkLst>
        <pc:docMk/>
      </pc:docMkLst>
      <pc:sldChg chg="addSp delSp modSp new mod">
        <pc:chgData name="Leonello Castro Cillis" userId="e91e590b2b0fb063" providerId="LiveId" clId="{701DADFD-E51C-4F03-8684-27D996400E9F}" dt="2025-11-09T23:12:14.576" v="12" actId="1076"/>
        <pc:sldMkLst>
          <pc:docMk/>
          <pc:sldMk cId="3141622673" sldId="263"/>
        </pc:sldMkLst>
        <pc:picChg chg="add mod modCrop">
          <ac:chgData name="Leonello Castro Cillis" userId="e91e590b2b0fb063" providerId="LiveId" clId="{701DADFD-E51C-4F03-8684-27D996400E9F}" dt="2025-11-09T23:12:14.576" v="12" actId="1076"/>
          <ac:picMkLst>
            <pc:docMk/>
            <pc:sldMk cId="3141622673" sldId="263"/>
            <ac:picMk id="3" creationId="{CBFDB355-7C2D-9D7B-877B-0DDFE6099C90}"/>
          </ac:picMkLst>
        </pc:picChg>
      </pc:sldChg>
      <pc:sldChg chg="addSp delSp modSp new mod">
        <pc:chgData name="Leonello Castro Cillis" userId="e91e590b2b0fb063" providerId="LiveId" clId="{701DADFD-E51C-4F03-8684-27D996400E9F}" dt="2025-11-11T21:32:54.721" v="33" actId="1076"/>
        <pc:sldMkLst>
          <pc:docMk/>
          <pc:sldMk cId="645188899" sldId="264"/>
        </pc:sldMkLst>
        <pc:spChg chg="del">
          <ac:chgData name="Leonello Castro Cillis" userId="e91e590b2b0fb063" providerId="LiveId" clId="{701DADFD-E51C-4F03-8684-27D996400E9F}" dt="2025-11-11T21:23:42.529" v="14" actId="478"/>
          <ac:spMkLst>
            <pc:docMk/>
            <pc:sldMk cId="645188899" sldId="264"/>
            <ac:spMk id="2" creationId="{5B0BE39E-04D3-2592-1221-0E835310E5C1}"/>
          </ac:spMkLst>
        </pc:spChg>
        <pc:spChg chg="del mod">
          <ac:chgData name="Leonello Castro Cillis" userId="e91e590b2b0fb063" providerId="LiveId" clId="{701DADFD-E51C-4F03-8684-27D996400E9F}" dt="2025-11-11T21:23:49.216" v="16" actId="478"/>
          <ac:spMkLst>
            <pc:docMk/>
            <pc:sldMk cId="645188899" sldId="264"/>
            <ac:spMk id="3" creationId="{F03248B5-E4CE-2F8C-E52A-492E4B0B66C2}"/>
          </ac:spMkLst>
        </pc:spChg>
        <pc:picChg chg="add del mod modCrop">
          <ac:chgData name="Leonello Castro Cillis" userId="e91e590b2b0fb063" providerId="LiveId" clId="{701DADFD-E51C-4F03-8684-27D996400E9F}" dt="2025-11-11T21:32:25.503" v="26" actId="478"/>
          <ac:picMkLst>
            <pc:docMk/>
            <pc:sldMk cId="645188899" sldId="264"/>
            <ac:picMk id="5" creationId="{6F2C2518-4D04-217B-671A-E8D6D0B21B67}"/>
          </ac:picMkLst>
        </pc:picChg>
        <pc:picChg chg="add mod modCrop">
          <ac:chgData name="Leonello Castro Cillis" userId="e91e590b2b0fb063" providerId="LiveId" clId="{701DADFD-E51C-4F03-8684-27D996400E9F}" dt="2025-11-11T21:32:54.721" v="33" actId="1076"/>
          <ac:picMkLst>
            <pc:docMk/>
            <pc:sldMk cId="645188899" sldId="264"/>
            <ac:picMk id="7" creationId="{BD5F7C19-B9F9-4BC9-B577-A048B230BE2C}"/>
          </ac:picMkLst>
        </pc:picChg>
      </pc:sldChg>
      <pc:sldChg chg="addSp delSp modSp new mod">
        <pc:chgData name="Leonello Castro Cillis" userId="e91e590b2b0fb063" providerId="LiveId" clId="{701DADFD-E51C-4F03-8684-27D996400E9F}" dt="2025-11-12T00:21:07.924" v="99" actId="1076"/>
        <pc:sldMkLst>
          <pc:docMk/>
          <pc:sldMk cId="4212168836" sldId="265"/>
        </pc:sldMkLst>
        <pc:spChg chg="del">
          <ac:chgData name="Leonello Castro Cillis" userId="e91e590b2b0fb063" providerId="LiveId" clId="{701DADFD-E51C-4F03-8684-27D996400E9F}" dt="2025-11-11T21:42:54.784" v="36" actId="478"/>
          <ac:spMkLst>
            <pc:docMk/>
            <pc:sldMk cId="4212168836" sldId="265"/>
            <ac:spMk id="2" creationId="{26DC5A8D-7FC4-AF5B-37C0-1C38341F6BB6}"/>
          </ac:spMkLst>
        </pc:spChg>
        <pc:spChg chg="del">
          <ac:chgData name="Leonello Castro Cillis" userId="e91e590b2b0fb063" providerId="LiveId" clId="{701DADFD-E51C-4F03-8684-27D996400E9F}" dt="2025-11-11T21:42:51.396" v="35" actId="478"/>
          <ac:spMkLst>
            <pc:docMk/>
            <pc:sldMk cId="4212168836" sldId="265"/>
            <ac:spMk id="3" creationId="{4ED4F65D-5687-77D4-71C9-915B103A5351}"/>
          </ac:spMkLst>
        </pc:spChg>
        <pc:picChg chg="add del mod modCrop">
          <ac:chgData name="Leonello Castro Cillis" userId="e91e590b2b0fb063" providerId="LiveId" clId="{701DADFD-E51C-4F03-8684-27D996400E9F}" dt="2025-11-11T22:21:02.832" v="59" actId="478"/>
          <ac:picMkLst>
            <pc:docMk/>
            <pc:sldMk cId="4212168836" sldId="265"/>
            <ac:picMk id="5" creationId="{71141ED2-C477-8CC7-9C71-52478A98A2B8}"/>
          </ac:picMkLst>
        </pc:picChg>
        <pc:picChg chg="add del mod modCrop">
          <ac:chgData name="Leonello Castro Cillis" userId="e91e590b2b0fb063" providerId="LiveId" clId="{701DADFD-E51C-4F03-8684-27D996400E9F}" dt="2025-11-12T00:19:16.248" v="81" actId="478"/>
          <ac:picMkLst>
            <pc:docMk/>
            <pc:sldMk cId="4212168836" sldId="265"/>
            <ac:picMk id="7" creationId="{75DCB874-C001-A237-9696-3B9F1480F336}"/>
          </ac:picMkLst>
        </pc:picChg>
        <pc:picChg chg="add mod modCrop">
          <ac:chgData name="Leonello Castro Cillis" userId="e91e590b2b0fb063" providerId="LiveId" clId="{701DADFD-E51C-4F03-8684-27D996400E9F}" dt="2025-11-12T00:21:07.924" v="99" actId="1076"/>
          <ac:picMkLst>
            <pc:docMk/>
            <pc:sldMk cId="4212168836" sldId="265"/>
            <ac:picMk id="9" creationId="{CC8E2CAE-CF14-1B6C-C392-68AC7FB94B03}"/>
          </ac:picMkLst>
        </pc:picChg>
      </pc:sldChg>
      <pc:sldChg chg="addSp delSp modSp new mod">
        <pc:chgData name="Leonello Castro Cillis" userId="e91e590b2b0fb063" providerId="LiveId" clId="{701DADFD-E51C-4F03-8684-27D996400E9F}" dt="2025-11-12T00:20:47.189" v="95" actId="1076"/>
        <pc:sldMkLst>
          <pc:docMk/>
          <pc:sldMk cId="2100605232" sldId="266"/>
        </pc:sldMkLst>
        <pc:spChg chg="del">
          <ac:chgData name="Leonello Castro Cillis" userId="e91e590b2b0fb063" providerId="LiveId" clId="{701DADFD-E51C-4F03-8684-27D996400E9F}" dt="2025-11-11T21:43:08.761" v="40" actId="478"/>
          <ac:spMkLst>
            <pc:docMk/>
            <pc:sldMk cId="2100605232" sldId="266"/>
            <ac:spMk id="2" creationId="{7FBD181F-0D12-A797-E81B-5B8477D17FAC}"/>
          </ac:spMkLst>
        </pc:spChg>
        <pc:spChg chg="del">
          <ac:chgData name="Leonello Castro Cillis" userId="e91e590b2b0fb063" providerId="LiveId" clId="{701DADFD-E51C-4F03-8684-27D996400E9F}" dt="2025-11-11T21:43:09.869" v="41" actId="478"/>
          <ac:spMkLst>
            <pc:docMk/>
            <pc:sldMk cId="2100605232" sldId="266"/>
            <ac:spMk id="3" creationId="{63C2736A-42AB-EF28-433E-B165960B91AF}"/>
          </ac:spMkLst>
        </pc:spChg>
        <pc:picChg chg="add del mod modCrop">
          <ac:chgData name="Leonello Castro Cillis" userId="e91e590b2b0fb063" providerId="LiveId" clId="{701DADFD-E51C-4F03-8684-27D996400E9F}" dt="2025-11-11T22:21:47.239" v="69" actId="478"/>
          <ac:picMkLst>
            <pc:docMk/>
            <pc:sldMk cId="2100605232" sldId="266"/>
            <ac:picMk id="5" creationId="{8F70FF34-97E0-6D2B-E15F-2BC5A7DD0809}"/>
          </ac:picMkLst>
        </pc:picChg>
        <pc:picChg chg="add del mod modCrop">
          <ac:chgData name="Leonello Castro Cillis" userId="e91e590b2b0fb063" providerId="LiveId" clId="{701DADFD-E51C-4F03-8684-27D996400E9F}" dt="2025-11-12T00:20:11.122" v="85" actId="478"/>
          <ac:picMkLst>
            <pc:docMk/>
            <pc:sldMk cId="2100605232" sldId="266"/>
            <ac:picMk id="7" creationId="{D16BCE3E-7F9C-23E4-ABFD-4647EE2AC51D}"/>
          </ac:picMkLst>
        </pc:picChg>
        <pc:picChg chg="add mod modCrop">
          <ac:chgData name="Leonello Castro Cillis" userId="e91e590b2b0fb063" providerId="LiveId" clId="{701DADFD-E51C-4F03-8684-27D996400E9F}" dt="2025-11-12T00:20:47.189" v="95" actId="1076"/>
          <ac:picMkLst>
            <pc:docMk/>
            <pc:sldMk cId="2100605232" sldId="266"/>
            <ac:picMk id="9" creationId="{C3D32205-B01D-3AA9-9ABC-E2FD47ECEE6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ircle">
            <a:extLst>
              <a:ext uri="{FF2B5EF4-FFF2-40B4-BE49-F238E27FC236}">
                <a16:creationId xmlns:a16="http://schemas.microsoft.com/office/drawing/2014/main" id="{EAD73E43-D465-CF4C-EEE8-42CEA81BC6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90" t="6858" r="14471" b="4396"/>
          <a:stretch/>
        </p:blipFill>
        <p:spPr>
          <a:xfrm>
            <a:off x="2460380" y="417634"/>
            <a:ext cx="7271239" cy="602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8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circle on a white background">
            <a:extLst>
              <a:ext uri="{FF2B5EF4-FFF2-40B4-BE49-F238E27FC236}">
                <a16:creationId xmlns:a16="http://schemas.microsoft.com/office/drawing/2014/main" id="{E142D0A9-8CC5-13A4-BDCD-DBECED65AF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87" t="8117" r="13068" b="3808"/>
          <a:stretch/>
        </p:blipFill>
        <p:spPr>
          <a:xfrm>
            <a:off x="2539511" y="553914"/>
            <a:ext cx="7112977" cy="5750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0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blue pattern">
            <a:extLst>
              <a:ext uri="{FF2B5EF4-FFF2-40B4-BE49-F238E27FC236}">
                <a16:creationId xmlns:a16="http://schemas.microsoft.com/office/drawing/2014/main" id="{7DCE7041-D5F4-4E66-9D47-5F35354E4F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7248" r="15337" b="4785"/>
          <a:stretch/>
        </p:blipFill>
        <p:spPr>
          <a:xfrm>
            <a:off x="2565888" y="444011"/>
            <a:ext cx="7060223" cy="59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933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hexagon pattern">
            <a:extLst>
              <a:ext uri="{FF2B5EF4-FFF2-40B4-BE49-F238E27FC236}">
                <a16:creationId xmlns:a16="http://schemas.microsoft.com/office/drawing/2014/main" id="{CBFDB355-7C2D-9D7B-877B-0DDFE6099C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0" t="8751" r="16525" b="4432"/>
          <a:stretch>
            <a:fillRect/>
          </a:stretch>
        </p:blipFill>
        <p:spPr>
          <a:xfrm>
            <a:off x="2863596" y="763524"/>
            <a:ext cx="6464808" cy="533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622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BD5F7C19-B9F9-4BC9-B577-A048B230B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5" r="9133" b="8029"/>
          <a:stretch>
            <a:fillRect/>
          </a:stretch>
        </p:blipFill>
        <p:spPr>
          <a:xfrm>
            <a:off x="1172678" y="605305"/>
            <a:ext cx="9846644" cy="564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88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diagram and graph of a graph&#10;&#10;AI-generated content may be incorrect.">
            <a:extLst>
              <a:ext uri="{FF2B5EF4-FFF2-40B4-BE49-F238E27FC236}">
                <a16:creationId xmlns:a16="http://schemas.microsoft.com/office/drawing/2014/main" id="{CC8E2CAE-CF14-1B6C-C392-68AC7FB94B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r="8575" b="6964"/>
          <a:stretch>
            <a:fillRect/>
          </a:stretch>
        </p:blipFill>
        <p:spPr>
          <a:xfrm>
            <a:off x="1135380" y="572579"/>
            <a:ext cx="9921240" cy="571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68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rcular object with different colors">
            <a:extLst>
              <a:ext uri="{FF2B5EF4-FFF2-40B4-BE49-F238E27FC236}">
                <a16:creationId xmlns:a16="http://schemas.microsoft.com/office/drawing/2014/main" id="{C3D32205-B01D-3AA9-9ABC-E2FD47ECE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50" t="9048" r="16675" b="7113"/>
          <a:stretch>
            <a:fillRect/>
          </a:stretch>
        </p:blipFill>
        <p:spPr>
          <a:xfrm>
            <a:off x="3019044" y="854964"/>
            <a:ext cx="6153912" cy="51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60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2</Words>
  <Application>Microsoft Office PowerPoint</Application>
  <PresentationFormat>Widescreen</PresentationFormat>
  <Paragraphs>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Leonello Castro Cillis</cp:lastModifiedBy>
  <cp:revision>6</cp:revision>
  <dcterms:created xsi:type="dcterms:W3CDTF">2025-10-31T18:30:48Z</dcterms:created>
  <dcterms:modified xsi:type="dcterms:W3CDTF">2025-11-12T00:21:15Z</dcterms:modified>
</cp:coreProperties>
</file>