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9BC81-D139-40A2-B713-74EEE7CBAC86}" v="5" dt="2026-01-15T21:50:13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ello Castro Cillis" userId="e91e590b2b0fb063" providerId="LiveId" clId="{701DADFD-E51C-4F03-8684-27D996400E9F}"/>
    <pc:docChg chg="custSel addSld delSld modSld sldOrd">
      <pc:chgData name="Leonello Castro Cillis" userId="e91e590b2b0fb063" providerId="LiveId" clId="{701DADFD-E51C-4F03-8684-27D996400E9F}" dt="2026-01-15T21:51:35.049" v="1748" actId="20577"/>
      <pc:docMkLst>
        <pc:docMk/>
      </pc:docMkLst>
      <pc:sldChg chg="addSp delSp modSp new mod">
        <pc:chgData name="Leonello Castro Cillis" userId="e91e590b2b0fb063" providerId="LiveId" clId="{701DADFD-E51C-4F03-8684-27D996400E9F}" dt="2026-01-15T21:42:34.290" v="827" actId="20577"/>
        <pc:sldMkLst>
          <pc:docMk/>
          <pc:sldMk cId="1777176038" sldId="256"/>
        </pc:sldMkLst>
        <pc:spChg chg="del">
          <ac:chgData name="Leonello Castro Cillis" userId="e91e590b2b0fb063" providerId="LiveId" clId="{701DADFD-E51C-4F03-8684-27D996400E9F}" dt="2026-01-15T21:37:33.196" v="1" actId="478"/>
          <ac:spMkLst>
            <pc:docMk/>
            <pc:sldMk cId="1777176038" sldId="256"/>
            <ac:spMk id="2" creationId="{69064D71-CF4F-4AB8-6981-88EB7E451021}"/>
          </ac:spMkLst>
        </pc:spChg>
        <pc:spChg chg="del">
          <ac:chgData name="Leonello Castro Cillis" userId="e91e590b2b0fb063" providerId="LiveId" clId="{701DADFD-E51C-4F03-8684-27D996400E9F}" dt="2026-01-15T21:37:35.537" v="2" actId="478"/>
          <ac:spMkLst>
            <pc:docMk/>
            <pc:sldMk cId="1777176038" sldId="256"/>
            <ac:spMk id="3" creationId="{C14004DE-8278-6F74-DAF2-091151DB570E}"/>
          </ac:spMkLst>
        </pc:spChg>
        <pc:spChg chg="add mod">
          <ac:chgData name="Leonello Castro Cillis" userId="e91e590b2b0fb063" providerId="LiveId" clId="{701DADFD-E51C-4F03-8684-27D996400E9F}" dt="2026-01-15T21:42:34.290" v="827" actId="20577"/>
          <ac:spMkLst>
            <pc:docMk/>
            <pc:sldMk cId="1777176038" sldId="256"/>
            <ac:spMk id="6" creationId="{25238F1A-D53D-D711-9A79-281EEAD3EE5F}"/>
          </ac:spMkLst>
        </pc:spChg>
        <pc:picChg chg="add mod modCrop">
          <ac:chgData name="Leonello Castro Cillis" userId="e91e590b2b0fb063" providerId="LiveId" clId="{701DADFD-E51C-4F03-8684-27D996400E9F}" dt="2026-01-15T21:38:15.507" v="8" actId="1076"/>
          <ac:picMkLst>
            <pc:docMk/>
            <pc:sldMk cId="1777176038" sldId="256"/>
            <ac:picMk id="5" creationId="{E1D773F9-5DC5-5084-706A-C5E190D067D2}"/>
          </ac:picMkLst>
        </pc:picChg>
      </pc:sldChg>
      <pc:sldChg chg="addSp delSp modSp add mod">
        <pc:chgData name="Leonello Castro Cillis" userId="e91e590b2b0fb063" providerId="LiveId" clId="{701DADFD-E51C-4F03-8684-27D996400E9F}" dt="2026-01-15T21:46:17.336" v="985" actId="14100"/>
        <pc:sldMkLst>
          <pc:docMk/>
          <pc:sldMk cId="1934640296" sldId="257"/>
        </pc:sldMkLst>
        <pc:spChg chg="del mod">
          <ac:chgData name="Leonello Castro Cillis" userId="e91e590b2b0fb063" providerId="LiveId" clId="{701DADFD-E51C-4F03-8684-27D996400E9F}" dt="2026-01-15T21:46:02.097" v="979" actId="21"/>
          <ac:spMkLst>
            <pc:docMk/>
            <pc:sldMk cId="1934640296" sldId="257"/>
            <ac:spMk id="6" creationId="{F4E36059-A2CE-36A1-E2F1-EB3399726421}"/>
          </ac:spMkLst>
        </pc:spChg>
        <pc:picChg chg="add mod modCrop">
          <ac:chgData name="Leonello Castro Cillis" userId="e91e590b2b0fb063" providerId="LiveId" clId="{701DADFD-E51C-4F03-8684-27D996400E9F}" dt="2026-01-15T21:46:09.755" v="982" actId="14100"/>
          <ac:picMkLst>
            <pc:docMk/>
            <pc:sldMk cId="1934640296" sldId="257"/>
            <ac:picMk id="3" creationId="{9FA4E31B-99AA-5E0C-D4AE-5F2CFBB6A9F4}"/>
          </ac:picMkLst>
        </pc:picChg>
        <pc:picChg chg="add mod">
          <ac:chgData name="Leonello Castro Cillis" userId="e91e590b2b0fb063" providerId="LiveId" clId="{701DADFD-E51C-4F03-8684-27D996400E9F}" dt="2026-01-15T21:46:17.336" v="985" actId="14100"/>
          <ac:picMkLst>
            <pc:docMk/>
            <pc:sldMk cId="1934640296" sldId="257"/>
            <ac:picMk id="4" creationId="{4BE7E739-D187-33F3-4D4E-19C6BB1CA7AD}"/>
          </ac:picMkLst>
        </pc:picChg>
        <pc:picChg chg="del">
          <ac:chgData name="Leonello Castro Cillis" userId="e91e590b2b0fb063" providerId="LiveId" clId="{701DADFD-E51C-4F03-8684-27D996400E9F}" dt="2026-01-15T21:43:09.904" v="829" actId="478"/>
          <ac:picMkLst>
            <pc:docMk/>
            <pc:sldMk cId="1934640296" sldId="257"/>
            <ac:picMk id="5" creationId="{D1A46574-080F-9F67-1FEC-2CC1B907B788}"/>
          </ac:picMkLst>
        </pc:picChg>
      </pc:sldChg>
      <pc:sldChg chg="new del">
        <pc:chgData name="Leonello Castro Cillis" userId="e91e590b2b0fb063" providerId="LiveId" clId="{701DADFD-E51C-4F03-8684-27D996400E9F}" dt="2026-01-15T21:44:58.899" v="969" actId="47"/>
        <pc:sldMkLst>
          <pc:docMk/>
          <pc:sldMk cId="2621837839" sldId="258"/>
        </pc:sldMkLst>
      </pc:sldChg>
      <pc:sldChg chg="addSp delSp modSp add mod">
        <pc:chgData name="Leonello Castro Cillis" userId="e91e590b2b0fb063" providerId="LiveId" clId="{701DADFD-E51C-4F03-8684-27D996400E9F}" dt="2026-01-15T21:48:13.351" v="1355" actId="20577"/>
        <pc:sldMkLst>
          <pc:docMk/>
          <pc:sldMk cId="872381564" sldId="259"/>
        </pc:sldMkLst>
        <pc:spChg chg="add mod">
          <ac:chgData name="Leonello Castro Cillis" userId="e91e590b2b0fb063" providerId="LiveId" clId="{701DADFD-E51C-4F03-8684-27D996400E9F}" dt="2026-01-15T21:48:13.351" v="1355" actId="20577"/>
          <ac:spMkLst>
            <pc:docMk/>
            <pc:sldMk cId="872381564" sldId="259"/>
            <ac:spMk id="5" creationId="{F4E36059-A2CE-36A1-E2F1-EB3399726421}"/>
          </ac:spMkLst>
        </pc:spChg>
        <pc:spChg chg="del">
          <ac:chgData name="Leonello Castro Cillis" userId="e91e590b2b0fb063" providerId="LiveId" clId="{701DADFD-E51C-4F03-8684-27D996400E9F}" dt="2026-01-15T21:45:45.342" v="976" actId="21"/>
          <ac:spMkLst>
            <pc:docMk/>
            <pc:sldMk cId="872381564" sldId="259"/>
            <ac:spMk id="6" creationId="{D12561DF-4014-4556-265A-97D22AA4945D}"/>
          </ac:spMkLst>
        </pc:spChg>
        <pc:picChg chg="del">
          <ac:chgData name="Leonello Castro Cillis" userId="e91e590b2b0fb063" providerId="LiveId" clId="{701DADFD-E51C-4F03-8684-27D996400E9F}" dt="2026-01-15T21:46:28.366" v="986" actId="478"/>
          <ac:picMkLst>
            <pc:docMk/>
            <pc:sldMk cId="872381564" sldId="259"/>
            <ac:picMk id="3" creationId="{08549132-6035-2683-F257-A0F4175C55F3}"/>
          </ac:picMkLst>
        </pc:picChg>
        <pc:picChg chg="add del mod modCrop">
          <ac:chgData name="Leonello Castro Cillis" userId="e91e590b2b0fb063" providerId="LiveId" clId="{701DADFD-E51C-4F03-8684-27D996400E9F}" dt="2026-01-15T21:45:57.422" v="977" actId="21"/>
          <ac:picMkLst>
            <pc:docMk/>
            <pc:sldMk cId="872381564" sldId="259"/>
            <ac:picMk id="4" creationId="{4BE7E739-D187-33F3-4D4E-19C6BB1CA7AD}"/>
          </ac:picMkLst>
        </pc:picChg>
      </pc:sldChg>
      <pc:sldChg chg="addSp delSp modSp add mod ord">
        <pc:chgData name="Leonello Castro Cillis" userId="e91e590b2b0fb063" providerId="LiveId" clId="{701DADFD-E51C-4F03-8684-27D996400E9F}" dt="2026-01-15T21:50:07.904" v="1377" actId="21"/>
        <pc:sldMkLst>
          <pc:docMk/>
          <pc:sldMk cId="3252876657" sldId="260"/>
        </pc:sldMkLst>
        <pc:spChg chg="add del mod">
          <ac:chgData name="Leonello Castro Cillis" userId="e91e590b2b0fb063" providerId="LiveId" clId="{701DADFD-E51C-4F03-8684-27D996400E9F}" dt="2026-01-15T21:50:07.904" v="1377" actId="21"/>
          <ac:spMkLst>
            <pc:docMk/>
            <pc:sldMk cId="3252876657" sldId="260"/>
            <ac:spMk id="6" creationId="{EFEFD0A1-EF49-7145-0BF6-751D64CB0504}"/>
          </ac:spMkLst>
        </pc:spChg>
        <pc:picChg chg="del">
          <ac:chgData name="Leonello Castro Cillis" userId="e91e590b2b0fb063" providerId="LiveId" clId="{701DADFD-E51C-4F03-8684-27D996400E9F}" dt="2026-01-15T21:48:56.124" v="1359" actId="478"/>
          <ac:picMkLst>
            <pc:docMk/>
            <pc:sldMk cId="3252876657" sldId="260"/>
            <ac:picMk id="3" creationId="{281A9902-D19A-2B34-6BCA-400AEE03ED86}"/>
          </ac:picMkLst>
        </pc:picChg>
        <pc:picChg chg="del">
          <ac:chgData name="Leonello Castro Cillis" userId="e91e590b2b0fb063" providerId="LiveId" clId="{701DADFD-E51C-4F03-8684-27D996400E9F}" dt="2026-01-15T21:49:33.561" v="1367" actId="478"/>
          <ac:picMkLst>
            <pc:docMk/>
            <pc:sldMk cId="3252876657" sldId="260"/>
            <ac:picMk id="4" creationId="{8BAA8346-B285-0D5B-C4CB-2D50447A660E}"/>
          </ac:picMkLst>
        </pc:picChg>
        <pc:picChg chg="add mod modCrop">
          <ac:chgData name="Leonello Castro Cillis" userId="e91e590b2b0fb063" providerId="LiveId" clId="{701DADFD-E51C-4F03-8684-27D996400E9F}" dt="2026-01-15T21:50:04.326" v="1376" actId="1076"/>
          <ac:picMkLst>
            <pc:docMk/>
            <pc:sldMk cId="3252876657" sldId="260"/>
            <ac:picMk id="5" creationId="{EE3EE363-E5FB-ACEC-7F07-E556DBF69289}"/>
          </ac:picMkLst>
        </pc:picChg>
      </pc:sldChg>
      <pc:sldChg chg="addSp delSp modSp new mod">
        <pc:chgData name="Leonello Castro Cillis" userId="e91e590b2b0fb063" providerId="LiveId" clId="{701DADFD-E51C-4F03-8684-27D996400E9F}" dt="2026-01-15T21:51:35.049" v="1748" actId="20577"/>
        <pc:sldMkLst>
          <pc:docMk/>
          <pc:sldMk cId="4229257447" sldId="261"/>
        </pc:sldMkLst>
        <pc:spChg chg="del">
          <ac:chgData name="Leonello Castro Cillis" userId="e91e590b2b0fb063" providerId="LiveId" clId="{701DADFD-E51C-4F03-8684-27D996400E9F}" dt="2026-01-15T21:50:11.976" v="1379" actId="478"/>
          <ac:spMkLst>
            <pc:docMk/>
            <pc:sldMk cId="4229257447" sldId="261"/>
            <ac:spMk id="2" creationId="{1411DCD3-79CF-BFFD-7597-799751202425}"/>
          </ac:spMkLst>
        </pc:spChg>
        <pc:spChg chg="del">
          <ac:chgData name="Leonello Castro Cillis" userId="e91e590b2b0fb063" providerId="LiveId" clId="{701DADFD-E51C-4F03-8684-27D996400E9F}" dt="2026-01-15T21:50:13.489" v="1380" actId="478"/>
          <ac:spMkLst>
            <pc:docMk/>
            <pc:sldMk cId="4229257447" sldId="261"/>
            <ac:spMk id="3" creationId="{B0EA7990-7E11-EAD4-0A7B-37B94BDCF5F1}"/>
          </ac:spMkLst>
        </pc:spChg>
        <pc:spChg chg="add mod">
          <ac:chgData name="Leonello Castro Cillis" userId="e91e590b2b0fb063" providerId="LiveId" clId="{701DADFD-E51C-4F03-8684-27D996400E9F}" dt="2026-01-15T21:51:35.049" v="1748" actId="20577"/>
          <ac:spMkLst>
            <pc:docMk/>
            <pc:sldMk cId="4229257447" sldId="261"/>
            <ac:spMk id="6" creationId="{EFEFD0A1-EF49-7145-0BF6-751D64CB050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84CDE-194D-3314-873D-10C961A3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148F8-855E-4FF1-B4D3-BF5CA3AD3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59FBC-69F5-DD46-2021-E0D50DBC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0046-449F-4B6D-886D-A5CEC177726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8B961-1F0F-2633-83BE-BA071FF77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E59C3-F7EA-3072-9DA1-3AEA301F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86900-CA3C-4A23-8BC0-D6D665FFF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5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F9E3-940C-F19C-4D11-DFA43BDA8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8591C-B721-07EC-00F2-3D1EE0F6D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367D1-93D3-3E37-5823-7B3191213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0046-449F-4B6D-886D-A5CEC177726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828C0-F90F-A08D-AF96-FE87A288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E5932-35C8-3679-3BE1-AF5AD274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86900-CA3C-4A23-8BC0-D6D665FFF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0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01FC-791E-84FC-56CD-F3652525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23584-0ADB-A2DE-899B-4F4339D57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FCC84-0CFA-486D-86A8-8DFD5CA3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0046-449F-4B6D-886D-A5CEC177726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4072F-5969-BE06-D711-FD0B9CB5E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E996E-D1AE-6271-62F4-9C9DF2D6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86900-CA3C-4A23-8BC0-D6D665FFF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6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7B26D-0A9A-5D65-7479-6B5D0AF30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203F8-16CA-4EF6-A67D-9477B9531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3E724-B733-B8D7-07C5-6E050953C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AA113-C649-3095-75AE-4648C1A3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0046-449F-4B6D-886D-A5CEC177726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E47E5-3660-5ED4-DC7A-B404AD01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0FFDC-6EE8-1DBE-F018-3D4E3B2D5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86900-CA3C-4A23-8BC0-D6D665FFF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27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13902-0C78-1CDC-DFA4-857759F1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C7087-0A47-4977-F561-05BCEC992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1708F-0244-5038-16B4-8176460F9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859E73-3976-BAB9-2783-5CFC7A5A9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18C2-C260-47F4-60CE-3C05E9BD4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00F53-DB39-4427-A384-009FBB69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0046-449F-4B6D-886D-A5CEC177726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A60777-621A-BB65-6917-C7D1D1F3E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BE8A2E-B282-178F-B56E-8A5E2A1B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86900-CA3C-4A23-8BC0-D6D665FFF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4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46FAC-8A2F-198E-E076-FB849147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ACA158-A269-F596-5C25-13B966DE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0046-449F-4B6D-886D-A5CEC177726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98BA8-D4F8-1983-AF75-B942CD728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9B6D6-6357-6AAF-1BA4-E34571CDC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86900-CA3C-4A23-8BC0-D6D665FFF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88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C343B3-8636-39B1-B246-6C602B8D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0046-449F-4B6D-886D-A5CEC177726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717853-C8DB-E027-3F7F-BDC6B8F1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C59E6-4E01-2F15-3DD7-03286CB98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86900-CA3C-4A23-8BC0-D6D665FFF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6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9EB0-6642-0846-BF7B-87D639BEC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93FD3-42AD-C4C4-AE13-E9451FA54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6574F-409A-37C5-4368-3FB7E5812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39C07-D0DC-BE82-C4A3-3DE893B1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0046-449F-4B6D-886D-A5CEC177726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AFD08-7B8B-2047-25A4-179A6B9F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211E5-3E60-2202-565E-2C65773C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86900-CA3C-4A23-8BC0-D6D665FFF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24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A6583-564B-4931-ECDB-81B3B166D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CEBA4-FA82-DCF6-3DDB-7D115D400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0AD31-0FB3-7EDE-80A7-9626E52FE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3DF77-438C-71D0-CDA3-C48FAA7A0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0046-449F-4B6D-886D-A5CEC177726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17A5-3B80-A163-C654-59BAB5CB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88E3A-CB23-12C0-49C0-8C217A759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86900-CA3C-4A23-8BC0-D6D665FFF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94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E89C-1375-4C9C-E66B-52CEA85A5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3D66A-F839-59D1-25BF-A8F634B44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AB7C3-90FA-F769-7689-0FB26CA33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0046-449F-4B6D-886D-A5CEC177726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7F655-F309-2CCF-AF5B-3312FEEA3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852E4-659E-CC21-1DDE-539AF382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86900-CA3C-4A23-8BC0-D6D665FFF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7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43889-AF86-4C7F-8332-663B5260D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93449-9E9F-1365-1033-D480EBBED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826F2-81EF-1031-6817-A5E83134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0046-449F-4B6D-886D-A5CEC177726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F2317-8FB8-4074-A37E-964DD4A01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61FA2-7FB1-289F-63C8-C9BEB3BD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86900-CA3C-4A23-8BC0-D6D665FFF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1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A3C96-53B0-4993-026B-9DA329FA7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7113A-49CE-0FDD-9ABB-3999148F7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4CC7E-32C2-9800-B1F6-4E1D2EB5E4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40046-449F-4B6D-886D-A5CEC177726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FF990-E424-5882-5D83-C7A028746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75BB3-ABF8-6D44-630F-81348ED66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86900-CA3C-4A23-8BC0-D6D665FFF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0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D773F9-5DC5-5084-706A-C5E190D06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25" t="21200" r="19525" b="4934"/>
          <a:stretch>
            <a:fillRect/>
          </a:stretch>
        </p:blipFill>
        <p:spPr>
          <a:xfrm>
            <a:off x="173736" y="374904"/>
            <a:ext cx="7150608" cy="50657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238F1A-D53D-D711-9A79-281EEAD3EE5F}"/>
              </a:ext>
            </a:extLst>
          </p:cNvPr>
          <p:cNvSpPr txBox="1"/>
          <p:nvPr/>
        </p:nvSpPr>
        <p:spPr>
          <a:xfrm>
            <a:off x="7470648" y="374904"/>
            <a:ext cx="45476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was getting an error in the very first line with the </a:t>
            </a:r>
            <a:r>
              <a:rPr lang="en-US" dirty="0" err="1"/>
              <a:t>aberration_class</a:t>
            </a:r>
            <a:r>
              <a:rPr lang="en-US" dirty="0"/>
              <a:t> variable. Typically, you would see another message printed out at the bottom, and the code would not run at all in this text. This is where I went back to aberration.py to make some changes. There was a </a:t>
            </a:r>
            <a:r>
              <a:rPr lang="en-US" dirty="0" err="1"/>
              <a:t>custom_basis</a:t>
            </a:r>
            <a:r>
              <a:rPr lang="en-US" dirty="0"/>
              <a:t> variable that was not properly defined in one of the classes, according to the error. I basically went back and prematurely set it to None just so the code would at least run. However, I do not think that was the right thing to do since from the code, </a:t>
            </a:r>
            <a:r>
              <a:rPr lang="en-US" dirty="0" err="1"/>
              <a:t>custom_basis</a:t>
            </a:r>
            <a:r>
              <a:rPr lang="en-US" dirty="0"/>
              <a:t> seemed to mean something, and I am unsure what that is. It was just never defined but still used.</a:t>
            </a:r>
          </a:p>
        </p:txBody>
      </p:sp>
    </p:spTree>
    <p:extLst>
      <p:ext uri="{BB962C8B-B14F-4D97-AF65-F5344CB8AC3E}">
        <p14:creationId xmlns:p14="http://schemas.microsoft.com/office/powerpoint/2010/main" val="1777176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4FCF2-587F-A023-148A-64F0A93B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4E31B-99AA-5E0C-D4AE-5F2CFBB6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00" t="17467" r="19450" b="6666"/>
          <a:stretch>
            <a:fillRect/>
          </a:stretch>
        </p:blipFill>
        <p:spPr>
          <a:xfrm>
            <a:off x="310896" y="1051560"/>
            <a:ext cx="5410709" cy="3977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E7E739-D187-33F3-4D4E-19C6BB1CA7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737" t="18105" r="29342" b="5467"/>
          <a:stretch>
            <a:fillRect/>
          </a:stretch>
        </p:blipFill>
        <p:spPr>
          <a:xfrm>
            <a:off x="6871203" y="1051560"/>
            <a:ext cx="4433803" cy="39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4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8FAEB-A4E8-0D35-03DB-9C2AE2F0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E36059-A2CE-36A1-E2F1-EB3399726421}"/>
              </a:ext>
            </a:extLst>
          </p:cNvPr>
          <p:cNvSpPr txBox="1"/>
          <p:nvPr/>
        </p:nvSpPr>
        <p:spPr>
          <a:xfrm>
            <a:off x="731520" y="374904"/>
            <a:ext cx="6949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 result of applying the changes to the aberration stuff, I got the results above. I do not want to make much speculation on what these mean since I am not sure exactly what I am looking at nor how the changes I made would even affect if this is right or wrong.</a:t>
            </a:r>
          </a:p>
        </p:txBody>
      </p:sp>
    </p:spTree>
    <p:extLst>
      <p:ext uri="{BB962C8B-B14F-4D97-AF65-F5344CB8AC3E}">
        <p14:creationId xmlns:p14="http://schemas.microsoft.com/office/powerpoint/2010/main" val="872381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89CC7-E8A3-1A89-E3DB-3054DB98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3EE363-E5FB-ACEC-7F07-E556DBF692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27" t="14870" r="20994" b="5598"/>
          <a:stretch>
            <a:fillRect/>
          </a:stretch>
        </p:blipFill>
        <p:spPr>
          <a:xfrm>
            <a:off x="2621280" y="607190"/>
            <a:ext cx="6949440" cy="549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76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EFD0A1-EF49-7145-0BF6-751D64CB0504}"/>
              </a:ext>
            </a:extLst>
          </p:cNvPr>
          <p:cNvSpPr txBox="1"/>
          <p:nvPr/>
        </p:nvSpPr>
        <p:spPr>
          <a:xfrm>
            <a:off x="521970" y="908304"/>
            <a:ext cx="6949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slide above shows the next code block. This is the first cell that ran with actual errors. After this, I did not proceed to make any more changes to the code. This seemed like it was one of those variable of function definition issues I </a:t>
            </a:r>
            <a:r>
              <a:rPr lang="en-US"/>
              <a:t>was talking about.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257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253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Leonello Castro Cillis</dc:creator>
  <cp:lastModifiedBy>Leonello Castro Cillis</cp:lastModifiedBy>
  <cp:revision>1</cp:revision>
  <dcterms:created xsi:type="dcterms:W3CDTF">2026-01-15T21:37:26Z</dcterms:created>
  <dcterms:modified xsi:type="dcterms:W3CDTF">2026-01-15T21:51:38Z</dcterms:modified>
</cp:coreProperties>
</file>